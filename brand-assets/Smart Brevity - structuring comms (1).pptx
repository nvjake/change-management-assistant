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 id="2147483694" r:id="rId2"/>
  </p:sldMasterIdLst>
  <p:notesMasterIdLst>
    <p:notesMasterId r:id="rId9"/>
  </p:notesMasterIdLst>
  <p:sldIdLst>
    <p:sldId id="364" r:id="rId3"/>
    <p:sldId id="550146277" r:id="rId4"/>
    <p:sldId id="370" r:id="rId5"/>
    <p:sldId id="550146275" r:id="rId6"/>
    <p:sldId id="550146278" r:id="rId7"/>
    <p:sldId id="31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DCF1FE"/>
    <a:srgbClr val="19223F"/>
    <a:srgbClr val="1B49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AAAD89-7C5C-7344-B860-D5301ECF3C95}" v="2" dt="2024-08-05T20:11:30.327"/>
    <p1510:client id="{EFA11C70-4F8F-8DB1-9E8A-841177CFD987}" v="35" dt="2024-08-05T19:45:43.0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 Id="rId14"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2C9F4A-C053-E347-A7F8-13513F93C8BF}"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7D6F8-77FA-8340-999D-A9F65F93060E}" type="slidenum">
              <a:rPr lang="en-US" smtClean="0"/>
              <a:t>‹#›</a:t>
            </a:fld>
            <a:endParaRPr lang="en-US"/>
          </a:p>
        </p:txBody>
      </p:sp>
    </p:spTree>
    <p:extLst>
      <p:ext uri="{BB962C8B-B14F-4D97-AF65-F5344CB8AC3E}">
        <p14:creationId xmlns:p14="http://schemas.microsoft.com/office/powerpoint/2010/main" val="2832964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66BCA-5F8A-FB41-A2EE-2F6317DAE8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3154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66BCA-5F8A-FB41-A2EE-2F6317DAE8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7896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3212686-8DAD-4A73-AE1F-E09E92FFC14E}" type="slidenum">
              <a:rPr lang="en-US" smtClean="0"/>
              <a:t>4</a:t>
            </a:fld>
            <a:endParaRPr lang="en-US"/>
          </a:p>
        </p:txBody>
      </p:sp>
    </p:spTree>
    <p:extLst>
      <p:ext uri="{BB962C8B-B14F-4D97-AF65-F5344CB8AC3E}">
        <p14:creationId xmlns:p14="http://schemas.microsoft.com/office/powerpoint/2010/main" val="4106871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3212686-8DAD-4A73-AE1F-E09E92FFC14E}" type="slidenum">
              <a:rPr lang="en-US" smtClean="0"/>
              <a:t>5</a:t>
            </a:fld>
            <a:endParaRPr lang="en-US"/>
          </a:p>
        </p:txBody>
      </p:sp>
    </p:spTree>
    <p:extLst>
      <p:ext uri="{BB962C8B-B14F-4D97-AF65-F5344CB8AC3E}">
        <p14:creationId xmlns:p14="http://schemas.microsoft.com/office/powerpoint/2010/main" val="153433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766BCA-5F8A-FB41-A2EE-2F6317DAE861}" type="slidenum">
              <a:rPr lang="en-US" smtClean="0"/>
              <a:t>6</a:t>
            </a:fld>
            <a:endParaRPr lang="en-US"/>
          </a:p>
        </p:txBody>
      </p:sp>
    </p:spTree>
    <p:extLst>
      <p:ext uri="{BB962C8B-B14F-4D97-AF65-F5344CB8AC3E}">
        <p14:creationId xmlns:p14="http://schemas.microsoft.com/office/powerpoint/2010/main" val="35600879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11.emf"/><Relationship Id="rId4" Type="http://schemas.openxmlformats.org/officeDocument/2006/relationships/image" Target="../media/image10.emf"/></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3.emf"/><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image" Target="../media/image12.jpeg"/><Relationship Id="rId1" Type="http://schemas.openxmlformats.org/officeDocument/2006/relationships/slideMaster" Target="../slideMasters/slideMaster1.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emf"/><Relationship Id="rId10" Type="http://schemas.openxmlformats.org/officeDocument/2006/relationships/image" Target="../media/image19.png"/><Relationship Id="rId4" Type="http://schemas.openxmlformats.org/officeDocument/2006/relationships/image" Target="../media/image14.emf"/><Relationship Id="rId9" Type="http://schemas.openxmlformats.org/officeDocument/2006/relationships/image" Target="../media/image18.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24.emf"/><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23.emf"/><Relationship Id="rId1" Type="http://schemas.openxmlformats.org/officeDocument/2006/relationships/slideMaster" Target="../slideMasters/slideMaster1.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emf"/><Relationship Id="rId9" Type="http://schemas.openxmlformats.org/officeDocument/2006/relationships/image" Target="../media/image1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Master" Target="../slideMasters/slideMaster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Master" Target="../slideMasters/slideMaster1.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9.jpeg"/><Relationship Id="rId1" Type="http://schemas.openxmlformats.org/officeDocument/2006/relationships/slideMaster" Target="../slideMasters/slideMaster1.xml"/><Relationship Id="rId5" Type="http://schemas.openxmlformats.org/officeDocument/2006/relationships/image" Target="../media/image1.emf"/><Relationship Id="rId4" Type="http://schemas.openxmlformats.org/officeDocument/2006/relationships/image" Target="../media/image2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0.svg"/><Relationship Id="rId2" Type="http://schemas.openxmlformats.org/officeDocument/2006/relationships/chart" Target="../charts/chart1.xml"/><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emf"/><Relationship Id="rId4" Type="http://schemas.openxmlformats.org/officeDocument/2006/relationships/image" Target="../media/image28.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28.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Master" Target="../slideMasters/slideMaster1.xml"/><Relationship Id="rId6" Type="http://schemas.openxmlformats.org/officeDocument/2006/relationships/image" Target="../media/image1.emf"/><Relationship Id="rId5" Type="http://schemas.openxmlformats.org/officeDocument/2006/relationships/image" Target="../media/image41.jpeg"/><Relationship Id="rId4" Type="http://schemas.openxmlformats.org/officeDocument/2006/relationships/image" Target="../media/image40.jpe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2.jpeg"/><Relationship Id="rId7" Type="http://schemas.openxmlformats.org/officeDocument/2006/relationships/image" Target="../media/image46.jpeg"/><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7.jpeg"/><Relationship Id="rId7" Type="http://schemas.openxmlformats.org/officeDocument/2006/relationships/image" Target="../media/image24.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23.emf"/><Relationship Id="rId5" Type="http://schemas.openxmlformats.org/officeDocument/2006/relationships/image" Target="../media/image49.jpeg"/><Relationship Id="rId4" Type="http://schemas.openxmlformats.org/officeDocument/2006/relationships/image" Target="../media/image48.jpeg"/></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23.emf"/><Relationship Id="rId7" Type="http://schemas.openxmlformats.org/officeDocument/2006/relationships/image" Target="../media/image52.jpeg"/><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24.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24.emf"/><Relationship Id="rId4" Type="http://schemas.openxmlformats.org/officeDocument/2006/relationships/image" Target="../media/image23.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Master" Target="../slideMasters/slideMaster1.xml"/><Relationship Id="rId5" Type="http://schemas.openxmlformats.org/officeDocument/2006/relationships/image" Target="../media/image55.jpeg"/><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8.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9.jpeg"/><Relationship Id="rId1" Type="http://schemas.openxmlformats.org/officeDocument/2006/relationships/slideMaster" Target="../slideMasters/slideMaster2.xml"/><Relationship Id="rId4" Type="http://schemas.openxmlformats.org/officeDocument/2006/relationships/image" Target="../media/image11.emf"/></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11.emf"/><Relationship Id="rId1" Type="http://schemas.openxmlformats.org/officeDocument/2006/relationships/slideMaster" Target="../slideMasters/slideMaster2.xml"/><Relationship Id="rId6" Type="http://schemas.openxmlformats.org/officeDocument/2006/relationships/image" Target="../media/image64.jpeg"/><Relationship Id="rId5" Type="http://schemas.openxmlformats.org/officeDocument/2006/relationships/image" Target="../media/image63.jpeg"/><Relationship Id="rId4" Type="http://schemas.openxmlformats.org/officeDocument/2006/relationships/image" Target="../media/image62.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5.jpeg"/><Relationship Id="rId1" Type="http://schemas.openxmlformats.org/officeDocument/2006/relationships/slideMaster" Target="../slideMasters/slideMaster2.xml"/><Relationship Id="rId4" Type="http://schemas.openxmlformats.org/officeDocument/2006/relationships/image" Target="../media/image11.emf"/></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hite_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3894D9-AB95-FF4F-B697-62BF3D86E36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4" name="Slide Number Placeholder 5">
            <a:extLst>
              <a:ext uri="{FF2B5EF4-FFF2-40B4-BE49-F238E27FC236}">
                <a16:creationId xmlns:a16="http://schemas.microsoft.com/office/drawing/2014/main" id="{9FF07A6A-5332-524F-B3D4-9D4B7CF74E98}"/>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5" name="Straight Connector 4">
            <a:extLst>
              <a:ext uri="{FF2B5EF4-FFF2-40B4-BE49-F238E27FC236}">
                <a16:creationId xmlns:a16="http://schemas.microsoft.com/office/drawing/2014/main" id="{8E386525-3DD3-8E49-AA0D-1F36A977565A}"/>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9022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_Cov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E1E485-5AF1-3242-A3C0-45FE910FEC1A}"/>
              </a:ext>
            </a:extLst>
          </p:cNvPr>
          <p:cNvPicPr>
            <a:picLocks noChangeAspect="1"/>
          </p:cNvPicPr>
          <p:nvPr userDrawn="1"/>
        </p:nvPicPr>
        <p:blipFill>
          <a:blip r:embed="rId2"/>
          <a:srcRect/>
          <a:stretch/>
        </p:blipFill>
        <p:spPr>
          <a:xfrm>
            <a:off x="0" y="0"/>
            <a:ext cx="12192000" cy="6858000"/>
          </a:xfrm>
          <a:prstGeom prst="rect">
            <a:avLst/>
          </a:prstGeom>
        </p:spPr>
      </p:pic>
      <p:sp>
        <p:nvSpPr>
          <p:cNvPr id="8" name="Text Placeholder 7">
            <a:extLst>
              <a:ext uri="{FF2B5EF4-FFF2-40B4-BE49-F238E27FC236}">
                <a16:creationId xmlns:a16="http://schemas.microsoft.com/office/drawing/2014/main" id="{FC57BD30-22A5-834D-AA0B-2812871BF0DA}"/>
              </a:ext>
            </a:extLst>
          </p:cNvPr>
          <p:cNvSpPr>
            <a:spLocks noGrp="1"/>
          </p:cNvSpPr>
          <p:nvPr>
            <p:ph type="body" sz="quarter" idx="10" hasCustomPrompt="1"/>
          </p:nvPr>
        </p:nvSpPr>
        <p:spPr>
          <a:xfrm>
            <a:off x="1524000" y="3395103"/>
            <a:ext cx="9144000" cy="531813"/>
          </a:xfrm>
          <a:prstGeom prst="rect">
            <a:avLst/>
          </a:prstGeom>
        </p:spPr>
        <p:txBody>
          <a:bodyPr/>
          <a:lstStyle>
            <a:lvl1pPr marL="0" indent="0" algn="ctr">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Subhead Copy Goes Here and Here</a:t>
            </a:r>
          </a:p>
        </p:txBody>
      </p:sp>
      <p:sp>
        <p:nvSpPr>
          <p:cNvPr id="5" name="Title 4">
            <a:extLst>
              <a:ext uri="{FF2B5EF4-FFF2-40B4-BE49-F238E27FC236}">
                <a16:creationId xmlns:a16="http://schemas.microsoft.com/office/drawing/2014/main" id="{8B022DA0-9760-0D4A-A09E-BBE2363C94C3}"/>
              </a:ext>
            </a:extLst>
          </p:cNvPr>
          <p:cNvSpPr>
            <a:spLocks noGrp="1"/>
          </p:cNvSpPr>
          <p:nvPr>
            <p:ph type="title" hasCustomPrompt="1"/>
          </p:nvPr>
        </p:nvSpPr>
        <p:spPr>
          <a:xfrm>
            <a:off x="1524000" y="2638341"/>
            <a:ext cx="9144000" cy="777702"/>
          </a:xfrm>
          <a:prstGeom prst="rect">
            <a:avLst/>
          </a:prstGeom>
        </p:spPr>
        <p:txBody>
          <a:bodyPr/>
          <a:lstStyle>
            <a:lvl1pPr algn="ctr">
              <a:defRPr sz="5000"/>
            </a:lvl1pPr>
          </a:lstStyle>
          <a:p>
            <a:r>
              <a:rPr lang="en-US"/>
              <a:t>Presentation Template</a:t>
            </a:r>
          </a:p>
        </p:txBody>
      </p:sp>
    </p:spTree>
    <p:extLst>
      <p:ext uri="{BB962C8B-B14F-4D97-AF65-F5344CB8AC3E}">
        <p14:creationId xmlns:p14="http://schemas.microsoft.com/office/powerpoint/2010/main" val="655368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hoto_Cover_1">
    <p:spTree>
      <p:nvGrpSpPr>
        <p:cNvPr id="1" name=""/>
        <p:cNvGrpSpPr/>
        <p:nvPr/>
      </p:nvGrpSpPr>
      <p:grpSpPr>
        <a:xfrm>
          <a:off x="0" y="0"/>
          <a:ext cx="0" cy="0"/>
          <a:chOff x="0" y="0"/>
          <a:chExt cx="0" cy="0"/>
        </a:xfrm>
      </p:grpSpPr>
      <p:pic>
        <p:nvPicPr>
          <p:cNvPr id="3" name="Picture 2" descr="A group of people sitting around a dog&#10;&#10;Description automatically generated">
            <a:extLst>
              <a:ext uri="{FF2B5EF4-FFF2-40B4-BE49-F238E27FC236}">
                <a16:creationId xmlns:a16="http://schemas.microsoft.com/office/drawing/2014/main" id="{BF4D359C-126E-B34F-84C8-7738136E23B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12192000" cy="6876358"/>
          </a:xfrm>
          <a:prstGeom prst="rect">
            <a:avLst/>
          </a:prstGeom>
        </p:spPr>
      </p:pic>
      <p:pic>
        <p:nvPicPr>
          <p:cNvPr id="4" name="Picture 3">
            <a:extLst>
              <a:ext uri="{FF2B5EF4-FFF2-40B4-BE49-F238E27FC236}">
                <a16:creationId xmlns:a16="http://schemas.microsoft.com/office/drawing/2014/main" id="{09B8F923-7F37-9740-83BD-4B58C2753009}"/>
              </a:ext>
            </a:extLst>
          </p:cNvPr>
          <p:cNvPicPr>
            <a:picLocks noChangeAspect="1"/>
          </p:cNvPicPr>
          <p:nvPr userDrawn="1"/>
        </p:nvPicPr>
        <p:blipFill>
          <a:blip r:embed="rId3"/>
          <a:stretch>
            <a:fillRect/>
          </a:stretch>
        </p:blipFill>
        <p:spPr>
          <a:xfrm rot="3300000">
            <a:off x="-332404" y="3135106"/>
            <a:ext cx="7393772" cy="7149350"/>
          </a:xfrm>
          <a:prstGeom prst="rect">
            <a:avLst/>
          </a:prstGeom>
        </p:spPr>
      </p:pic>
      <p:pic>
        <p:nvPicPr>
          <p:cNvPr id="7" name="Picture 6">
            <a:extLst>
              <a:ext uri="{FF2B5EF4-FFF2-40B4-BE49-F238E27FC236}">
                <a16:creationId xmlns:a16="http://schemas.microsoft.com/office/drawing/2014/main" id="{FC3DFA27-43E9-954E-8E0C-1660351E3CCE}"/>
              </a:ext>
            </a:extLst>
          </p:cNvPr>
          <p:cNvPicPr>
            <a:picLocks noChangeAspect="1"/>
          </p:cNvPicPr>
          <p:nvPr userDrawn="1"/>
        </p:nvPicPr>
        <p:blipFill>
          <a:blip r:embed="rId4"/>
          <a:stretch>
            <a:fillRect/>
          </a:stretch>
        </p:blipFill>
        <p:spPr>
          <a:xfrm>
            <a:off x="645294" y="4653906"/>
            <a:ext cx="1948113" cy="572974"/>
          </a:xfrm>
          <a:prstGeom prst="rect">
            <a:avLst/>
          </a:prstGeom>
        </p:spPr>
      </p:pic>
      <p:sp>
        <p:nvSpPr>
          <p:cNvPr id="13" name="Text Placeholder 12">
            <a:extLst>
              <a:ext uri="{FF2B5EF4-FFF2-40B4-BE49-F238E27FC236}">
                <a16:creationId xmlns:a16="http://schemas.microsoft.com/office/drawing/2014/main" id="{791CBD95-67C1-934D-8AB2-0FDC0AA1564B}"/>
              </a:ext>
            </a:extLst>
          </p:cNvPr>
          <p:cNvSpPr>
            <a:spLocks noGrp="1"/>
          </p:cNvSpPr>
          <p:nvPr>
            <p:ph type="body" sz="quarter" idx="11" hasCustomPrompt="1"/>
          </p:nvPr>
        </p:nvSpPr>
        <p:spPr>
          <a:xfrm>
            <a:off x="548053" y="6034128"/>
            <a:ext cx="7161212" cy="429758"/>
          </a:xfrm>
          <a:prstGeom prst="rect">
            <a:avLst/>
          </a:prstGeom>
        </p:spPr>
        <p:txBody>
          <a:bodyPr/>
          <a:lstStyle>
            <a:lvl1pPr marL="0" indent="0">
              <a:buNone/>
              <a:defRPr sz="24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Subhead Copy Goes Here and Here</a:t>
            </a:r>
          </a:p>
        </p:txBody>
      </p:sp>
      <p:sp>
        <p:nvSpPr>
          <p:cNvPr id="9" name="Text Placeholder 8">
            <a:extLst>
              <a:ext uri="{FF2B5EF4-FFF2-40B4-BE49-F238E27FC236}">
                <a16:creationId xmlns:a16="http://schemas.microsoft.com/office/drawing/2014/main" id="{4AC8FEF2-0224-8B4C-921F-3648CA734A1A}"/>
              </a:ext>
            </a:extLst>
          </p:cNvPr>
          <p:cNvSpPr>
            <a:spLocks noGrp="1"/>
          </p:cNvSpPr>
          <p:nvPr>
            <p:ph type="body" sz="quarter" idx="10" hasCustomPrompt="1"/>
          </p:nvPr>
        </p:nvSpPr>
        <p:spPr>
          <a:xfrm>
            <a:off x="548053" y="5304971"/>
            <a:ext cx="7161212" cy="729157"/>
          </a:xfrm>
          <a:prstGeom prst="rect">
            <a:avLst/>
          </a:prstGeom>
        </p:spPr>
        <p:txBody>
          <a:bodyPr/>
          <a:lstStyle>
            <a:lvl1pPr marL="0" indent="0">
              <a:buNone/>
              <a:defRPr sz="5000" b="1" i="0">
                <a:solidFill>
                  <a:schemeClr val="bg1"/>
                </a:solidFill>
                <a:latin typeface="Roboto Black" panose="02000000000000000000" pitchFamily="2" charset="0"/>
                <a:ea typeface="Roboto Black" panose="02000000000000000000" pitchFamily="2" charset="0"/>
                <a:cs typeface="Roboto Black" panose="02000000000000000000" pitchFamily="2" charset="0"/>
              </a:defRPr>
            </a:lvl1pPr>
            <a:lvl2pPr marL="457200" indent="0">
              <a:buNone/>
              <a:defRPr sz="5000" b="1" i="0">
                <a:solidFill>
                  <a:schemeClr val="bg1"/>
                </a:solidFill>
                <a:latin typeface="Roboto Black" panose="02000000000000000000" pitchFamily="2" charset="0"/>
                <a:ea typeface="Roboto Black" panose="02000000000000000000" pitchFamily="2" charset="0"/>
                <a:cs typeface="Roboto Black" panose="02000000000000000000" pitchFamily="2" charset="0"/>
              </a:defRPr>
            </a:lvl2pPr>
            <a:lvl3pPr marL="914400" indent="0">
              <a:buNone/>
              <a:defRPr sz="5000" b="1" i="0">
                <a:solidFill>
                  <a:schemeClr val="bg1"/>
                </a:solidFill>
                <a:latin typeface="Roboto Black" panose="02000000000000000000" pitchFamily="2" charset="0"/>
                <a:ea typeface="Roboto Black" panose="02000000000000000000" pitchFamily="2" charset="0"/>
                <a:cs typeface="Roboto Black" panose="02000000000000000000" pitchFamily="2" charset="0"/>
              </a:defRPr>
            </a:lvl3pPr>
            <a:lvl4pPr marL="1371600" indent="0">
              <a:buNone/>
              <a:defRPr sz="5000" b="1" i="0">
                <a:solidFill>
                  <a:schemeClr val="bg1"/>
                </a:solidFill>
                <a:latin typeface="Roboto Black" panose="02000000000000000000" pitchFamily="2" charset="0"/>
                <a:ea typeface="Roboto Black" panose="02000000000000000000" pitchFamily="2" charset="0"/>
                <a:cs typeface="Roboto Black" panose="02000000000000000000" pitchFamily="2" charset="0"/>
              </a:defRPr>
            </a:lvl4pPr>
            <a:lvl5pPr marL="1828800" indent="0">
              <a:buNone/>
              <a:defRPr sz="5000" b="1" i="0">
                <a:solidFill>
                  <a:schemeClr val="bg1"/>
                </a:solidFill>
                <a:latin typeface="Roboto Black" panose="02000000000000000000" pitchFamily="2" charset="0"/>
                <a:ea typeface="Roboto Black" panose="02000000000000000000" pitchFamily="2" charset="0"/>
                <a:cs typeface="Roboto Black" panose="02000000000000000000" pitchFamily="2" charset="0"/>
              </a:defRPr>
            </a:lvl5pPr>
          </a:lstStyle>
          <a:p>
            <a:pPr lvl="0"/>
            <a:r>
              <a:rPr lang="en-US"/>
              <a:t>Presentation Template</a:t>
            </a:r>
          </a:p>
        </p:txBody>
      </p:sp>
    </p:spTree>
    <p:extLst>
      <p:ext uri="{BB962C8B-B14F-4D97-AF65-F5344CB8AC3E}">
        <p14:creationId xmlns:p14="http://schemas.microsoft.com/office/powerpoint/2010/main" val="2121026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_Cover_2">
    <p:spTree>
      <p:nvGrpSpPr>
        <p:cNvPr id="1" name=""/>
        <p:cNvGrpSpPr/>
        <p:nvPr/>
      </p:nvGrpSpPr>
      <p:grpSpPr>
        <a:xfrm>
          <a:off x="0" y="0"/>
          <a:ext cx="0" cy="0"/>
          <a:chOff x="0" y="0"/>
          <a:chExt cx="0" cy="0"/>
        </a:xfrm>
      </p:grpSpPr>
      <p:pic>
        <p:nvPicPr>
          <p:cNvPr id="3" name="Picture 2" descr="A picture containing person, indoor, window, small&#10;&#10;Description automatically generated">
            <a:extLst>
              <a:ext uri="{FF2B5EF4-FFF2-40B4-BE49-F238E27FC236}">
                <a16:creationId xmlns:a16="http://schemas.microsoft.com/office/drawing/2014/main" id="{E7F02405-3663-1745-A67F-E87D217BA25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12221582" cy="6858001"/>
          </a:xfrm>
          <a:prstGeom prst="rect">
            <a:avLst/>
          </a:prstGeom>
        </p:spPr>
      </p:pic>
      <p:sp>
        <p:nvSpPr>
          <p:cNvPr id="8" name="Text Placeholder 7">
            <a:extLst>
              <a:ext uri="{FF2B5EF4-FFF2-40B4-BE49-F238E27FC236}">
                <a16:creationId xmlns:a16="http://schemas.microsoft.com/office/drawing/2014/main" id="{AACCC9D0-5856-C64C-81CD-32C32C7D4087}"/>
              </a:ext>
            </a:extLst>
          </p:cNvPr>
          <p:cNvSpPr>
            <a:spLocks noGrp="1"/>
          </p:cNvSpPr>
          <p:nvPr>
            <p:ph type="body" sz="quarter" idx="10" hasCustomPrompt="1"/>
          </p:nvPr>
        </p:nvSpPr>
        <p:spPr>
          <a:xfrm>
            <a:off x="421205" y="3178066"/>
            <a:ext cx="4604078" cy="1782449"/>
          </a:xfrm>
          <a:prstGeom prst="rect">
            <a:avLst/>
          </a:prstGeom>
        </p:spPr>
        <p:txBody>
          <a:bodyPr/>
          <a:lstStyle>
            <a:lvl1pPr marL="0" indent="0">
              <a:lnSpc>
                <a:spcPct val="85000"/>
              </a:lnSpc>
              <a:spcBef>
                <a:spcPts val="0"/>
              </a:spcBef>
              <a:buNone/>
              <a:defRPr sz="4400" b="1" i="0">
                <a:solidFill>
                  <a:schemeClr val="bg1"/>
                </a:solidFill>
                <a:latin typeface="Roboto Black" panose="02000000000000000000" pitchFamily="2" charset="0"/>
                <a:ea typeface="Roboto Black" panose="02000000000000000000" pitchFamily="2" charset="0"/>
                <a:cs typeface="Roboto Black" panose="02000000000000000000" pitchFamily="2" charset="0"/>
              </a:defRPr>
            </a:lvl1pPr>
            <a:lvl2pPr marL="457200" indent="0">
              <a:buNone/>
              <a:defRPr sz="4400" b="1" i="0">
                <a:latin typeface="Roboto Black" panose="02000000000000000000" pitchFamily="2" charset="0"/>
                <a:ea typeface="Roboto Black" panose="02000000000000000000" pitchFamily="2" charset="0"/>
                <a:cs typeface="Roboto Black" panose="02000000000000000000" pitchFamily="2" charset="0"/>
              </a:defRPr>
            </a:lvl2pPr>
            <a:lvl3pPr marL="914400" indent="0">
              <a:buNone/>
              <a:defRPr sz="4400" b="1" i="0">
                <a:latin typeface="Roboto Black" panose="02000000000000000000" pitchFamily="2" charset="0"/>
                <a:ea typeface="Roboto Black" panose="02000000000000000000" pitchFamily="2" charset="0"/>
                <a:cs typeface="Roboto Black" panose="02000000000000000000" pitchFamily="2" charset="0"/>
              </a:defRPr>
            </a:lvl3pPr>
            <a:lvl4pPr marL="1371600" indent="0">
              <a:buNone/>
              <a:defRPr sz="4400" b="1" i="0">
                <a:latin typeface="Roboto Black" panose="02000000000000000000" pitchFamily="2" charset="0"/>
                <a:ea typeface="Roboto Black" panose="02000000000000000000" pitchFamily="2" charset="0"/>
                <a:cs typeface="Roboto Black" panose="02000000000000000000" pitchFamily="2" charset="0"/>
              </a:defRPr>
            </a:lvl4pPr>
            <a:lvl5pPr marL="1828800" indent="0">
              <a:buNone/>
              <a:defRPr sz="4400" b="1" i="0">
                <a:latin typeface="Roboto Black" panose="02000000000000000000" pitchFamily="2" charset="0"/>
                <a:ea typeface="Roboto Black" panose="02000000000000000000" pitchFamily="2" charset="0"/>
                <a:cs typeface="Roboto Black" panose="02000000000000000000" pitchFamily="2" charset="0"/>
              </a:defRPr>
            </a:lvl5pPr>
          </a:lstStyle>
          <a:p>
            <a:pPr lvl="0"/>
            <a:r>
              <a:rPr lang="en-US"/>
              <a:t>PRESENTATION TEMPLATE HEADLINE</a:t>
            </a:r>
          </a:p>
        </p:txBody>
      </p:sp>
      <p:sp>
        <p:nvSpPr>
          <p:cNvPr id="10" name="Text Placeholder 9">
            <a:extLst>
              <a:ext uri="{FF2B5EF4-FFF2-40B4-BE49-F238E27FC236}">
                <a16:creationId xmlns:a16="http://schemas.microsoft.com/office/drawing/2014/main" id="{69638FAE-C8DC-7C44-833E-A9D06FBC7336}"/>
              </a:ext>
            </a:extLst>
          </p:cNvPr>
          <p:cNvSpPr>
            <a:spLocks noGrp="1"/>
          </p:cNvSpPr>
          <p:nvPr>
            <p:ph type="body" sz="quarter" idx="11" hasCustomPrompt="1"/>
          </p:nvPr>
        </p:nvSpPr>
        <p:spPr>
          <a:xfrm>
            <a:off x="421205" y="4960515"/>
            <a:ext cx="2717670" cy="935660"/>
          </a:xfrm>
          <a:prstGeom prst="rect">
            <a:avLst/>
          </a:prstGeom>
        </p:spPr>
        <p:txBody>
          <a:bodyPr/>
          <a:lstStyle>
            <a:lvl1pPr marL="0" indent="0">
              <a:buNone/>
              <a:defRPr sz="2000">
                <a:solidFill>
                  <a:schemeClr val="bg1"/>
                </a:solidFill>
              </a:defRPr>
            </a:lvl1pPr>
            <a:lvl2pPr marL="457200" indent="0">
              <a:buNone/>
              <a:defRPr sz="2000">
                <a:solidFill>
                  <a:schemeClr val="bg1"/>
                </a:solidFill>
              </a:defRPr>
            </a:lvl2pPr>
            <a:lvl3pPr marL="914400" indent="0">
              <a:buNone/>
              <a:defRPr sz="2000">
                <a:solidFill>
                  <a:schemeClr val="bg1"/>
                </a:solidFill>
              </a:defRPr>
            </a:lvl3pPr>
            <a:lvl4pPr marL="1371600" indent="0">
              <a:buNone/>
              <a:defRPr sz="2000">
                <a:solidFill>
                  <a:schemeClr val="bg1"/>
                </a:solidFill>
              </a:defRPr>
            </a:lvl4pPr>
            <a:lvl5pPr marL="1828800" indent="0">
              <a:buNone/>
              <a:defRPr sz="2000">
                <a:solidFill>
                  <a:schemeClr val="bg1"/>
                </a:solidFill>
              </a:defRPr>
            </a:lvl5pPr>
          </a:lstStyle>
          <a:p>
            <a:pPr lvl="0"/>
            <a:r>
              <a:rPr lang="en-US"/>
              <a:t>Subhead Copy Goes Here and Here</a:t>
            </a:r>
          </a:p>
        </p:txBody>
      </p:sp>
      <p:pic>
        <p:nvPicPr>
          <p:cNvPr id="6" name="Picture 5">
            <a:extLst>
              <a:ext uri="{FF2B5EF4-FFF2-40B4-BE49-F238E27FC236}">
                <a16:creationId xmlns:a16="http://schemas.microsoft.com/office/drawing/2014/main" id="{AB72A0A9-1140-8944-9482-AC5A987ABE2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17457" y="2461802"/>
            <a:ext cx="2007308" cy="589886"/>
          </a:xfrm>
          <a:prstGeom prst="rect">
            <a:avLst/>
          </a:prstGeom>
        </p:spPr>
      </p:pic>
    </p:spTree>
    <p:extLst>
      <p:ext uri="{BB962C8B-B14F-4D97-AF65-F5344CB8AC3E}">
        <p14:creationId xmlns:p14="http://schemas.microsoft.com/office/powerpoint/2010/main" val="2063526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_Cover_3">
    <p:spTree>
      <p:nvGrpSpPr>
        <p:cNvPr id="1" name=""/>
        <p:cNvGrpSpPr/>
        <p:nvPr/>
      </p:nvGrpSpPr>
      <p:grpSpPr>
        <a:xfrm>
          <a:off x="0" y="0"/>
          <a:ext cx="0" cy="0"/>
          <a:chOff x="0" y="0"/>
          <a:chExt cx="0" cy="0"/>
        </a:xfrm>
      </p:grpSpPr>
      <p:pic>
        <p:nvPicPr>
          <p:cNvPr id="4" name="Picture 3" descr="Two people sitting on a couch&#10;&#10;Description automatically generated">
            <a:extLst>
              <a:ext uri="{FF2B5EF4-FFF2-40B4-BE49-F238E27FC236}">
                <a16:creationId xmlns:a16="http://schemas.microsoft.com/office/drawing/2014/main" id="{07A52FC1-7D9B-3448-8E2F-3CD29A09AEE8}"/>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20769"/>
            <a:ext cx="12221581" cy="6978769"/>
          </a:xfrm>
          <a:prstGeom prst="rect">
            <a:avLst/>
          </a:prstGeom>
        </p:spPr>
      </p:pic>
      <p:sp>
        <p:nvSpPr>
          <p:cNvPr id="9" name="Text Placeholder 8">
            <a:extLst>
              <a:ext uri="{FF2B5EF4-FFF2-40B4-BE49-F238E27FC236}">
                <a16:creationId xmlns:a16="http://schemas.microsoft.com/office/drawing/2014/main" id="{0C5ABD17-72CA-944F-AEDB-A811C1D99332}"/>
              </a:ext>
            </a:extLst>
          </p:cNvPr>
          <p:cNvSpPr>
            <a:spLocks noGrp="1"/>
          </p:cNvSpPr>
          <p:nvPr>
            <p:ph type="body" sz="quarter" idx="10" hasCustomPrompt="1"/>
          </p:nvPr>
        </p:nvSpPr>
        <p:spPr>
          <a:xfrm>
            <a:off x="419713" y="287699"/>
            <a:ext cx="6218238" cy="1398035"/>
          </a:xfrm>
          <a:prstGeom prst="rect">
            <a:avLst/>
          </a:prstGeom>
        </p:spPr>
        <p:txBody>
          <a:bodyPr/>
          <a:lstStyle>
            <a:lvl1pPr marL="0" indent="0">
              <a:lnSpc>
                <a:spcPct val="85000"/>
              </a:lnSpc>
              <a:spcBef>
                <a:spcPts val="0"/>
              </a:spcBef>
              <a:buNone/>
              <a:defRPr sz="5000" b="1" i="0">
                <a:solidFill>
                  <a:schemeClr val="bg1"/>
                </a:solidFill>
                <a:latin typeface="Roboto Black" panose="02000000000000000000" pitchFamily="2" charset="0"/>
                <a:ea typeface="Roboto Black" panose="02000000000000000000" pitchFamily="2" charset="0"/>
                <a:cs typeface="Roboto Black" panose="02000000000000000000" pitchFamily="2" charset="0"/>
              </a:defRPr>
            </a:lvl1pPr>
            <a:lvl2pPr marL="457200" indent="0">
              <a:buNone/>
              <a:defRPr sz="5000" b="1" i="0">
                <a:solidFill>
                  <a:schemeClr val="bg1"/>
                </a:solidFill>
                <a:latin typeface="Roboto Black" panose="02000000000000000000" pitchFamily="2" charset="0"/>
                <a:ea typeface="Roboto Black" panose="02000000000000000000" pitchFamily="2" charset="0"/>
                <a:cs typeface="Roboto Black" panose="02000000000000000000" pitchFamily="2" charset="0"/>
              </a:defRPr>
            </a:lvl2pPr>
            <a:lvl3pPr marL="914400" indent="0">
              <a:buNone/>
              <a:defRPr sz="5000" b="1" i="0">
                <a:solidFill>
                  <a:schemeClr val="bg1"/>
                </a:solidFill>
                <a:latin typeface="Roboto Black" panose="02000000000000000000" pitchFamily="2" charset="0"/>
                <a:ea typeface="Roboto Black" panose="02000000000000000000" pitchFamily="2" charset="0"/>
                <a:cs typeface="Roboto Black" panose="02000000000000000000" pitchFamily="2" charset="0"/>
              </a:defRPr>
            </a:lvl3pPr>
            <a:lvl4pPr marL="1371600" indent="0">
              <a:buNone/>
              <a:defRPr sz="5000" b="1" i="0">
                <a:solidFill>
                  <a:schemeClr val="bg1"/>
                </a:solidFill>
                <a:latin typeface="Roboto Black" panose="02000000000000000000" pitchFamily="2" charset="0"/>
                <a:ea typeface="Roboto Black" panose="02000000000000000000" pitchFamily="2" charset="0"/>
                <a:cs typeface="Roboto Black" panose="02000000000000000000" pitchFamily="2" charset="0"/>
              </a:defRPr>
            </a:lvl4pPr>
            <a:lvl5pPr marL="1828800" indent="0">
              <a:buNone/>
              <a:defRPr sz="5000" b="1" i="0">
                <a:solidFill>
                  <a:schemeClr val="bg1"/>
                </a:solidFill>
                <a:latin typeface="Roboto Black" panose="02000000000000000000" pitchFamily="2" charset="0"/>
                <a:ea typeface="Roboto Black" panose="02000000000000000000" pitchFamily="2" charset="0"/>
                <a:cs typeface="Roboto Black" panose="02000000000000000000" pitchFamily="2" charset="0"/>
              </a:defRPr>
            </a:lvl5pPr>
          </a:lstStyle>
          <a:p>
            <a:pPr lvl="0"/>
            <a:r>
              <a:rPr lang="en-US"/>
              <a:t>Presentation Template Headline</a:t>
            </a:r>
          </a:p>
        </p:txBody>
      </p:sp>
      <p:sp>
        <p:nvSpPr>
          <p:cNvPr id="11" name="Text Placeholder 10">
            <a:extLst>
              <a:ext uri="{FF2B5EF4-FFF2-40B4-BE49-F238E27FC236}">
                <a16:creationId xmlns:a16="http://schemas.microsoft.com/office/drawing/2014/main" id="{BE252B01-8EC6-4F42-B57E-9F67A42A7466}"/>
              </a:ext>
            </a:extLst>
          </p:cNvPr>
          <p:cNvSpPr>
            <a:spLocks noGrp="1"/>
          </p:cNvSpPr>
          <p:nvPr>
            <p:ph type="body" sz="quarter" idx="11" hasCustomPrompt="1"/>
          </p:nvPr>
        </p:nvSpPr>
        <p:spPr>
          <a:xfrm>
            <a:off x="419712" y="1655254"/>
            <a:ext cx="5627688" cy="441325"/>
          </a:xfrm>
          <a:prstGeom prst="rect">
            <a:avLst/>
          </a:prstGeom>
        </p:spPr>
        <p:txBody>
          <a:bodyPr/>
          <a:lstStyle>
            <a:lvl1pPr marL="0" indent="0">
              <a:buNone/>
              <a:defRPr sz="2000">
                <a:solidFill>
                  <a:schemeClr val="bg1"/>
                </a:solidFill>
              </a:defRPr>
            </a:lvl1pPr>
            <a:lvl2pPr marL="457200" indent="0">
              <a:buNone/>
              <a:defRPr sz="2000">
                <a:solidFill>
                  <a:schemeClr val="bg1"/>
                </a:solidFill>
              </a:defRPr>
            </a:lvl2pPr>
            <a:lvl3pPr marL="914400" indent="0">
              <a:buNone/>
              <a:defRPr sz="2000">
                <a:solidFill>
                  <a:schemeClr val="bg1"/>
                </a:solidFill>
              </a:defRPr>
            </a:lvl3pPr>
            <a:lvl4pPr marL="1371600" indent="0">
              <a:buNone/>
              <a:defRPr sz="2000">
                <a:solidFill>
                  <a:schemeClr val="bg1"/>
                </a:solidFill>
              </a:defRPr>
            </a:lvl4pPr>
            <a:lvl5pPr marL="1828800" indent="0">
              <a:buNone/>
              <a:defRPr sz="2000">
                <a:solidFill>
                  <a:schemeClr val="bg1"/>
                </a:solidFill>
              </a:defRPr>
            </a:lvl5pPr>
          </a:lstStyle>
          <a:p>
            <a:pPr lvl="0"/>
            <a:r>
              <a:rPr lang="en-US"/>
              <a:t>Subhead Copy Goes Here and Here</a:t>
            </a:r>
          </a:p>
        </p:txBody>
      </p:sp>
      <p:pic>
        <p:nvPicPr>
          <p:cNvPr id="7" name="Picture 6">
            <a:extLst>
              <a:ext uri="{FF2B5EF4-FFF2-40B4-BE49-F238E27FC236}">
                <a16:creationId xmlns:a16="http://schemas.microsoft.com/office/drawing/2014/main" id="{9488E711-23E2-7146-A1BE-C6932B08202D}"/>
              </a:ext>
            </a:extLst>
          </p:cNvPr>
          <p:cNvPicPr>
            <a:picLocks noChangeAspect="1"/>
          </p:cNvPicPr>
          <p:nvPr userDrawn="1"/>
        </p:nvPicPr>
        <p:blipFill>
          <a:blip r:embed="rId3"/>
          <a:stretch>
            <a:fillRect/>
          </a:stretch>
        </p:blipFill>
        <p:spPr>
          <a:xfrm>
            <a:off x="346714" y="6062829"/>
            <a:ext cx="1948113" cy="572974"/>
          </a:xfrm>
          <a:prstGeom prst="rect">
            <a:avLst/>
          </a:prstGeom>
        </p:spPr>
      </p:pic>
    </p:spTree>
    <p:extLst>
      <p:ext uri="{BB962C8B-B14F-4D97-AF65-F5344CB8AC3E}">
        <p14:creationId xmlns:p14="http://schemas.microsoft.com/office/powerpoint/2010/main" val="671803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ght_Intro">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D1A735-3FA5-334D-8E70-3A4D9E7B82CA}"/>
              </a:ext>
            </a:extLst>
          </p:cNvPr>
          <p:cNvSpPr>
            <a:spLocks noGrp="1"/>
          </p:cNvSpPr>
          <p:nvPr>
            <p:ph type="body" sz="quarter" idx="10" hasCustomPrompt="1"/>
          </p:nvPr>
        </p:nvSpPr>
        <p:spPr>
          <a:xfrm>
            <a:off x="1781244" y="1661483"/>
            <a:ext cx="8548591" cy="4282118"/>
          </a:xfrm>
          <a:prstGeom prst="rect">
            <a:avLst/>
          </a:prstGeom>
        </p:spPr>
        <p:txBody>
          <a:bodyPr/>
          <a:lstStyle>
            <a:lvl1pPr marL="0" indent="0">
              <a:lnSpc>
                <a:spcPct val="150000"/>
              </a:lnSpc>
              <a:buNone/>
              <a:defRPr sz="1800">
                <a:solidFill>
                  <a:schemeClr val="accent2"/>
                </a:solidFill>
              </a:defRPr>
            </a:lvl1pPr>
            <a:lvl2pPr>
              <a:buNone/>
              <a:defRPr sz="1800">
                <a:solidFill>
                  <a:schemeClr val="accent2"/>
                </a:solidFill>
              </a:defRPr>
            </a:lvl2pPr>
            <a:lvl3pPr>
              <a:buNone/>
              <a:defRPr sz="1800">
                <a:solidFill>
                  <a:schemeClr val="accent2"/>
                </a:solidFill>
              </a:defRPr>
            </a:lvl3pPr>
            <a:lvl4pPr>
              <a:buNone/>
              <a:defRPr sz="1800">
                <a:solidFill>
                  <a:schemeClr val="accent2"/>
                </a:solidFill>
              </a:defRPr>
            </a:lvl4pPr>
            <a:lvl5pPr>
              <a:buNone/>
              <a:defRPr sz="1800">
                <a:solidFill>
                  <a:schemeClr val="accent2"/>
                </a:solidFill>
              </a:defRPr>
            </a:lvl5pPr>
          </a:lstStyle>
          <a:p>
            <a:pPr lvl="0"/>
            <a:r>
              <a:rPr lang="en-US"/>
              <a:t>Here’s a paragraph about the overview of this presentation. This is the first paragraph. Here’s a paragraph about the overview of this presentation. This is the first paragraph. Here’s a paragraph about the overview of this presentation. This is the first paragraph. Here’s a paragraph about the overview of this presentation. This is the second paragraph. Here’s a paragraph about the overview of this presentation. This is the second paragraph. Here’s a paragraph about the overview of this presentation. This is the second paragraph. Here’s a paragraph about the overview of this presentation. This is the second paragraph. Here’s a paragraph about the overview of this presentation. This is the second paragraph. Here’s a paragraph about the overview of this presentation. This is the second paragraph. </a:t>
            </a:r>
          </a:p>
        </p:txBody>
      </p:sp>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3" name="Picture 2">
            <a:extLst>
              <a:ext uri="{FF2B5EF4-FFF2-40B4-BE49-F238E27FC236}">
                <a16:creationId xmlns:a16="http://schemas.microsoft.com/office/drawing/2014/main" id="{123894D9-AB95-FF4F-B697-62BF3D86E36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4" name="Slide Number Placeholder 5">
            <a:extLst>
              <a:ext uri="{FF2B5EF4-FFF2-40B4-BE49-F238E27FC236}">
                <a16:creationId xmlns:a16="http://schemas.microsoft.com/office/drawing/2014/main" id="{9FF07A6A-5332-524F-B3D4-9D4B7CF74E98}"/>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5" name="Straight Connector 4">
            <a:extLst>
              <a:ext uri="{FF2B5EF4-FFF2-40B4-BE49-F238E27FC236}">
                <a16:creationId xmlns:a16="http://schemas.microsoft.com/office/drawing/2014/main" id="{8E386525-3DD3-8E49-AA0D-1F36A977565A}"/>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828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ight_Outlin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87456BD-2429-B345-9A5F-E381E23F71AF}"/>
              </a:ext>
            </a:extLst>
          </p:cNvPr>
          <p:cNvSpPr>
            <a:spLocks noGrp="1"/>
          </p:cNvSpPr>
          <p:nvPr>
            <p:ph type="body" sz="quarter" idx="11" hasCustomPrompt="1"/>
          </p:nvPr>
        </p:nvSpPr>
        <p:spPr>
          <a:xfrm>
            <a:off x="523934" y="1666130"/>
            <a:ext cx="5403850" cy="4510088"/>
          </a:xfrm>
          <a:prstGeom prst="rect">
            <a:avLst/>
          </a:prstGeom>
        </p:spPr>
        <p:txBody>
          <a:bodyPr/>
          <a:lstStyle>
            <a:lvl1pPr marL="347472" indent="-347472">
              <a:lnSpc>
                <a:spcPct val="100000"/>
              </a:lnSpc>
              <a:spcBef>
                <a:spcPts val="2000"/>
              </a:spcBef>
              <a:spcAft>
                <a:spcPts val="0"/>
              </a:spcAft>
              <a:buFont typeface="+mj-lt"/>
              <a:buAutoNum type="arabicPeriod"/>
              <a:defRPr sz="1800">
                <a:solidFill>
                  <a:schemeClr val="accent2"/>
                </a:solidFill>
                <a:latin typeface="+mj-lt"/>
              </a:defRPr>
            </a:lvl1pPr>
            <a:lvl2pPr marL="457200" indent="411480">
              <a:lnSpc>
                <a:spcPct val="100000"/>
              </a:lnSpc>
              <a:spcBef>
                <a:spcPts val="0"/>
              </a:spcBef>
              <a:buFont typeface="+mj-lt"/>
              <a:buAutoNum type="alphaLcPeriod"/>
              <a:defRPr sz="1800">
                <a:solidFill>
                  <a:schemeClr val="accent2"/>
                </a:solidFill>
              </a:defRPr>
            </a:lvl2pPr>
            <a:lvl3pPr marL="914400" indent="411480">
              <a:lnSpc>
                <a:spcPct val="100000"/>
              </a:lnSpc>
              <a:spcBef>
                <a:spcPts val="0"/>
              </a:spcBef>
              <a:buFont typeface="+mj-lt"/>
              <a:buAutoNum type="romanLcPeriod"/>
              <a:tabLst>
                <a:tab pos="457200" algn="l"/>
                <a:tab pos="914400" algn="l"/>
                <a:tab pos="1371600" algn="l"/>
                <a:tab pos="1828800" algn="l"/>
              </a:tabLst>
              <a:defRPr sz="1800">
                <a:solidFill>
                  <a:schemeClr val="accent2"/>
                </a:solidFill>
              </a:defRPr>
            </a:lvl3pPr>
            <a:lvl4pPr>
              <a:buFont typeface="+mj-lt"/>
              <a:buAutoNum type="arabicPeriod"/>
              <a:defRPr>
                <a:solidFill>
                  <a:schemeClr val="accent2"/>
                </a:solidFill>
              </a:defRPr>
            </a:lvl4pPr>
            <a:lvl5pPr>
              <a:buFont typeface="+mj-lt"/>
              <a:buAutoNum type="arabicPeriod"/>
              <a:defRPr>
                <a:solidFill>
                  <a:schemeClr val="accent2"/>
                </a:solidFill>
              </a:defRPr>
            </a:lvl5pPr>
          </a:lstStyle>
          <a:p>
            <a:pPr lvl="0"/>
            <a:r>
              <a:rPr lang="en-US"/>
              <a:t>Objective: Here’s where you can type out the objective of the presentation</a:t>
            </a:r>
          </a:p>
          <a:p>
            <a:pPr lvl="0"/>
            <a:r>
              <a:rPr lang="en-US"/>
              <a:t>Overview: Here’s the strategy</a:t>
            </a:r>
          </a:p>
          <a:p>
            <a:pPr lvl="1"/>
            <a:r>
              <a:rPr lang="en-US"/>
              <a:t>Opportunities</a:t>
            </a:r>
          </a:p>
          <a:p>
            <a:pPr lvl="1"/>
            <a:r>
              <a:rPr lang="en-US"/>
              <a:t>Goals</a:t>
            </a:r>
          </a:p>
          <a:p>
            <a:pPr lvl="2"/>
            <a:r>
              <a:rPr lang="en-US"/>
              <a:t>Product</a:t>
            </a:r>
          </a:p>
          <a:p>
            <a:pPr lvl="2"/>
            <a:r>
              <a:rPr lang="en-US"/>
              <a:t>Pricing</a:t>
            </a:r>
          </a:p>
          <a:p>
            <a:pPr lvl="2"/>
            <a:r>
              <a:rPr lang="en-US"/>
              <a:t>Promotions</a:t>
            </a:r>
          </a:p>
          <a:p>
            <a:pPr lvl="2"/>
            <a:r>
              <a:rPr lang="en-US"/>
              <a:t>Placement</a:t>
            </a:r>
          </a:p>
        </p:txBody>
      </p:sp>
      <p:pic>
        <p:nvPicPr>
          <p:cNvPr id="8" name="Picture 7" descr="A dog jumping in the air&#10;&#10;Description automatically generated">
            <a:extLst>
              <a:ext uri="{FF2B5EF4-FFF2-40B4-BE49-F238E27FC236}">
                <a16:creationId xmlns:a16="http://schemas.microsoft.com/office/drawing/2014/main" id="{1EB7BA1F-9667-1348-B61B-271DA6869478}"/>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6870138" y="907675"/>
            <a:ext cx="5321862" cy="6019178"/>
          </a:xfrm>
          <a:prstGeom prst="rect">
            <a:avLst/>
          </a:prstGeom>
        </p:spPr>
      </p:pic>
      <p:pic>
        <p:nvPicPr>
          <p:cNvPr id="9" name="Picture 8">
            <a:extLst>
              <a:ext uri="{FF2B5EF4-FFF2-40B4-BE49-F238E27FC236}">
                <a16:creationId xmlns:a16="http://schemas.microsoft.com/office/drawing/2014/main" id="{F20C338A-755A-D34E-BD84-C6E82A433E21}"/>
              </a:ext>
            </a:extLst>
          </p:cNvPr>
          <p:cNvPicPr>
            <a:picLocks noChangeAspect="1"/>
          </p:cNvPicPr>
          <p:nvPr userDrawn="1"/>
        </p:nvPicPr>
        <p:blipFill>
          <a:blip r:embed="rId3"/>
          <a:stretch>
            <a:fillRect/>
          </a:stretch>
        </p:blipFill>
        <p:spPr>
          <a:xfrm rot="9841290">
            <a:off x="4782502" y="4547665"/>
            <a:ext cx="2723329" cy="2777796"/>
          </a:xfrm>
          <a:prstGeom prst="rect">
            <a:avLst/>
          </a:prstGeom>
        </p:spPr>
      </p:pic>
      <p:pic>
        <p:nvPicPr>
          <p:cNvPr id="11" name="Picture 10">
            <a:extLst>
              <a:ext uri="{FF2B5EF4-FFF2-40B4-BE49-F238E27FC236}">
                <a16:creationId xmlns:a16="http://schemas.microsoft.com/office/drawing/2014/main" id="{E65B14CA-428D-1A4A-BCC7-ADC2DD27F525}"/>
              </a:ext>
            </a:extLst>
          </p:cNvPr>
          <p:cNvPicPr>
            <a:picLocks noChangeAspect="1"/>
          </p:cNvPicPr>
          <p:nvPr userDrawn="1"/>
        </p:nvPicPr>
        <p:blipFill>
          <a:blip r:embed="rId4"/>
          <a:stretch>
            <a:fillRect/>
          </a:stretch>
        </p:blipFill>
        <p:spPr>
          <a:xfrm rot="21402804">
            <a:off x="7036398" y="6101515"/>
            <a:ext cx="1041617" cy="1017670"/>
          </a:xfrm>
          <a:prstGeom prst="rect">
            <a:avLst/>
          </a:prstGeom>
        </p:spPr>
      </p:pic>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sp>
        <p:nvSpPr>
          <p:cNvPr id="12" name="Slide Number Placeholder 2">
            <a:extLst>
              <a:ext uri="{FF2B5EF4-FFF2-40B4-BE49-F238E27FC236}">
                <a16:creationId xmlns:a16="http://schemas.microsoft.com/office/drawing/2014/main" id="{5ADF7BB5-BFF5-014F-911B-27151A7EBB7C}"/>
              </a:ext>
            </a:extLst>
          </p:cNvPr>
          <p:cNvSpPr>
            <a:spLocks noGrp="1"/>
          </p:cNvSpPr>
          <p:nvPr>
            <p:ph type="sldNum" sz="quarter" idx="10"/>
          </p:nvPr>
        </p:nvSpPr>
        <p:spPr>
          <a:xfrm>
            <a:off x="10279737" y="6400039"/>
            <a:ext cx="722630" cy="276826"/>
          </a:xfrm>
          <a:prstGeom prst="rect">
            <a:avLst/>
          </a:prstGeom>
        </p:spPr>
        <p:txBody>
          <a:bodyPr/>
          <a:lstStyle/>
          <a:p>
            <a:fld id="{DBD5050C-AA03-7C4B-BAB2-B82E960585A0}" type="slidenum">
              <a:rPr lang="en-US" smtClean="0">
                <a:solidFill>
                  <a:schemeClr val="bg1"/>
                </a:solidFill>
              </a:rPr>
              <a:pPr/>
              <a:t>‹#›</a:t>
            </a:fld>
            <a:endParaRPr lang="en-US">
              <a:solidFill>
                <a:schemeClr val="bg1"/>
              </a:solidFill>
            </a:endParaRPr>
          </a:p>
        </p:txBody>
      </p:sp>
      <p:sp>
        <p:nvSpPr>
          <p:cNvPr id="13" name="Slide Number Placeholder 5">
            <a:extLst>
              <a:ext uri="{FF2B5EF4-FFF2-40B4-BE49-F238E27FC236}">
                <a16:creationId xmlns:a16="http://schemas.microsoft.com/office/drawing/2014/main" id="{051BBD36-C89D-5940-9F10-831B63A88421}"/>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chemeClr val="bg1"/>
                </a:solidFill>
              </a:rPr>
              <a:pPr/>
              <a:t>‹#›</a:t>
            </a:fld>
            <a:endParaRPr lang="en-US">
              <a:solidFill>
                <a:schemeClr val="bg1"/>
              </a:solidFill>
            </a:endParaRPr>
          </a:p>
        </p:txBody>
      </p:sp>
      <p:cxnSp>
        <p:nvCxnSpPr>
          <p:cNvPr id="14" name="Straight Connector 13">
            <a:extLst>
              <a:ext uri="{FF2B5EF4-FFF2-40B4-BE49-F238E27FC236}">
                <a16:creationId xmlns:a16="http://schemas.microsoft.com/office/drawing/2014/main" id="{4FC7FFC9-5EBD-7C47-89CC-3C4DE819C886}"/>
              </a:ext>
            </a:extLst>
          </p:cNvPr>
          <p:cNvCxnSpPr/>
          <p:nvPr userDrawn="1"/>
        </p:nvCxnSpPr>
        <p:spPr>
          <a:xfrm>
            <a:off x="11060482" y="6434693"/>
            <a:ext cx="0" cy="20116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8CB1B83F-15BC-2847-BD5D-196C5FF613B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165204" y="6434692"/>
            <a:ext cx="684549" cy="201167"/>
          </a:xfrm>
          <a:prstGeom prst="rect">
            <a:avLst/>
          </a:prstGeom>
        </p:spPr>
      </p:pic>
    </p:spTree>
    <p:extLst>
      <p:ext uri="{BB962C8B-B14F-4D97-AF65-F5344CB8AC3E}">
        <p14:creationId xmlns:p14="http://schemas.microsoft.com/office/powerpoint/2010/main" val="2489186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ight_4 Icons_Photo">
    <p:spTree>
      <p:nvGrpSpPr>
        <p:cNvPr id="1" name=""/>
        <p:cNvGrpSpPr/>
        <p:nvPr/>
      </p:nvGrpSpPr>
      <p:grpSpPr>
        <a:xfrm>
          <a:off x="0" y="0"/>
          <a:ext cx="0" cy="0"/>
          <a:chOff x="0" y="0"/>
          <a:chExt cx="0" cy="0"/>
        </a:xfrm>
      </p:grpSpPr>
      <p:sp>
        <p:nvSpPr>
          <p:cNvPr id="30" name="Text Placeholder 4">
            <a:extLst>
              <a:ext uri="{FF2B5EF4-FFF2-40B4-BE49-F238E27FC236}">
                <a16:creationId xmlns:a16="http://schemas.microsoft.com/office/drawing/2014/main" id="{6433988A-0089-654D-914B-74CD5C502072}"/>
              </a:ext>
            </a:extLst>
          </p:cNvPr>
          <p:cNvSpPr>
            <a:spLocks noGrp="1"/>
          </p:cNvSpPr>
          <p:nvPr>
            <p:ph type="body" sz="quarter" idx="12" hasCustomPrompt="1"/>
          </p:nvPr>
        </p:nvSpPr>
        <p:spPr>
          <a:xfrm>
            <a:off x="8711840" y="2464968"/>
            <a:ext cx="2926080" cy="365760"/>
          </a:xfrm>
          <a:prstGeom prst="rect">
            <a:avLst/>
          </a:prstGeom>
        </p:spPr>
        <p:txBody>
          <a:bodyPr/>
          <a:lstStyle>
            <a:lvl1pPr marL="0" indent="0" algn="ctr">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Here</a:t>
            </a:r>
          </a:p>
        </p:txBody>
      </p:sp>
      <p:sp>
        <p:nvSpPr>
          <p:cNvPr id="31" name="Text Placeholder 9">
            <a:extLst>
              <a:ext uri="{FF2B5EF4-FFF2-40B4-BE49-F238E27FC236}">
                <a16:creationId xmlns:a16="http://schemas.microsoft.com/office/drawing/2014/main" id="{C9799780-9405-C944-AE4F-11781F42F91A}"/>
              </a:ext>
            </a:extLst>
          </p:cNvPr>
          <p:cNvSpPr>
            <a:spLocks noGrp="1"/>
          </p:cNvSpPr>
          <p:nvPr>
            <p:ph type="body" sz="quarter" idx="13" hasCustomPrompt="1"/>
          </p:nvPr>
        </p:nvSpPr>
        <p:spPr>
          <a:xfrm>
            <a:off x="8711840" y="2744295"/>
            <a:ext cx="2926080" cy="1005840"/>
          </a:xfrm>
          <a:prstGeom prst="rect">
            <a:avLst/>
          </a:prstGeom>
        </p:spPr>
        <p:txBody>
          <a:bodyPr/>
          <a:lstStyle>
            <a:lvl1pPr marL="0" indent="0" algn="ctr">
              <a:lnSpc>
                <a:spcPct val="100000"/>
              </a:lnSpc>
              <a:spcBef>
                <a:spcPts val="0"/>
              </a:spcBef>
              <a:buNone/>
              <a:defRPr sz="1200"/>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32" name="Text Placeholder 4">
            <a:extLst>
              <a:ext uri="{FF2B5EF4-FFF2-40B4-BE49-F238E27FC236}">
                <a16:creationId xmlns:a16="http://schemas.microsoft.com/office/drawing/2014/main" id="{3C9C3648-255D-FA41-B7DC-B7AF611ADB8E}"/>
              </a:ext>
            </a:extLst>
          </p:cNvPr>
          <p:cNvSpPr>
            <a:spLocks noGrp="1"/>
          </p:cNvSpPr>
          <p:nvPr>
            <p:ph type="body" sz="quarter" idx="14" hasCustomPrompt="1"/>
          </p:nvPr>
        </p:nvSpPr>
        <p:spPr>
          <a:xfrm>
            <a:off x="5093151" y="4721784"/>
            <a:ext cx="2926080" cy="365760"/>
          </a:xfrm>
          <a:prstGeom prst="rect">
            <a:avLst/>
          </a:prstGeom>
        </p:spPr>
        <p:txBody>
          <a:bodyPr/>
          <a:lstStyle>
            <a:lvl1pPr marL="0" indent="0" algn="ctr">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Here</a:t>
            </a:r>
          </a:p>
        </p:txBody>
      </p:sp>
      <p:sp>
        <p:nvSpPr>
          <p:cNvPr id="33" name="Text Placeholder 9">
            <a:extLst>
              <a:ext uri="{FF2B5EF4-FFF2-40B4-BE49-F238E27FC236}">
                <a16:creationId xmlns:a16="http://schemas.microsoft.com/office/drawing/2014/main" id="{74C818C5-8A63-1D46-9E0F-2A5186E1B3B6}"/>
              </a:ext>
            </a:extLst>
          </p:cNvPr>
          <p:cNvSpPr>
            <a:spLocks noGrp="1"/>
          </p:cNvSpPr>
          <p:nvPr>
            <p:ph type="body" sz="quarter" idx="15" hasCustomPrompt="1"/>
          </p:nvPr>
        </p:nvSpPr>
        <p:spPr>
          <a:xfrm>
            <a:off x="5093151" y="5001111"/>
            <a:ext cx="2926080" cy="1005840"/>
          </a:xfrm>
          <a:prstGeom prst="rect">
            <a:avLst/>
          </a:prstGeom>
        </p:spPr>
        <p:txBody>
          <a:bodyPr/>
          <a:lstStyle>
            <a:lvl1pPr marL="0" indent="0" algn="ctr">
              <a:lnSpc>
                <a:spcPct val="100000"/>
              </a:lnSpc>
              <a:spcBef>
                <a:spcPts val="0"/>
              </a:spcBef>
              <a:buNone/>
              <a:defRPr sz="1200"/>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34" name="Text Placeholder 4">
            <a:extLst>
              <a:ext uri="{FF2B5EF4-FFF2-40B4-BE49-F238E27FC236}">
                <a16:creationId xmlns:a16="http://schemas.microsoft.com/office/drawing/2014/main" id="{5F9CA4AA-8D90-114A-BE51-ADD7EB82AD92}"/>
              </a:ext>
            </a:extLst>
          </p:cNvPr>
          <p:cNvSpPr>
            <a:spLocks noGrp="1"/>
          </p:cNvSpPr>
          <p:nvPr>
            <p:ph type="body" sz="quarter" idx="16" hasCustomPrompt="1"/>
          </p:nvPr>
        </p:nvSpPr>
        <p:spPr>
          <a:xfrm>
            <a:off x="8711840" y="4721784"/>
            <a:ext cx="2926080" cy="365760"/>
          </a:xfrm>
          <a:prstGeom prst="rect">
            <a:avLst/>
          </a:prstGeom>
        </p:spPr>
        <p:txBody>
          <a:bodyPr/>
          <a:lstStyle>
            <a:lvl1pPr marL="0" indent="0" algn="ctr">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Here</a:t>
            </a:r>
          </a:p>
        </p:txBody>
      </p:sp>
      <p:sp>
        <p:nvSpPr>
          <p:cNvPr id="35" name="Text Placeholder 9">
            <a:extLst>
              <a:ext uri="{FF2B5EF4-FFF2-40B4-BE49-F238E27FC236}">
                <a16:creationId xmlns:a16="http://schemas.microsoft.com/office/drawing/2014/main" id="{80976590-5EB1-AB4A-9440-DF00D4DB7953}"/>
              </a:ext>
            </a:extLst>
          </p:cNvPr>
          <p:cNvSpPr>
            <a:spLocks noGrp="1"/>
          </p:cNvSpPr>
          <p:nvPr>
            <p:ph type="body" sz="quarter" idx="17" hasCustomPrompt="1"/>
          </p:nvPr>
        </p:nvSpPr>
        <p:spPr>
          <a:xfrm>
            <a:off x="8711840" y="5001111"/>
            <a:ext cx="2926080" cy="1005840"/>
          </a:xfrm>
          <a:prstGeom prst="rect">
            <a:avLst/>
          </a:prstGeom>
        </p:spPr>
        <p:txBody>
          <a:bodyPr/>
          <a:lstStyle>
            <a:lvl1pPr marL="0" indent="0" algn="ctr">
              <a:lnSpc>
                <a:spcPct val="100000"/>
              </a:lnSpc>
              <a:spcBef>
                <a:spcPts val="0"/>
              </a:spcBef>
              <a:buNone/>
              <a:defRPr sz="1200"/>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pic>
        <p:nvPicPr>
          <p:cNvPr id="19" name="Picture 18" descr="A person holding a cat&#10;&#10;Description automatically generated">
            <a:extLst>
              <a:ext uri="{FF2B5EF4-FFF2-40B4-BE49-F238E27FC236}">
                <a16:creationId xmlns:a16="http://schemas.microsoft.com/office/drawing/2014/main" id="{B3DEFEE3-07D2-2E4F-AC64-15E4FB233EB5}"/>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2" y="907677"/>
            <a:ext cx="4428783" cy="5950323"/>
          </a:xfrm>
          <a:prstGeom prst="rect">
            <a:avLst/>
          </a:prstGeom>
        </p:spPr>
      </p:pic>
      <p:pic>
        <p:nvPicPr>
          <p:cNvPr id="20" name="Picture 19">
            <a:extLst>
              <a:ext uri="{FF2B5EF4-FFF2-40B4-BE49-F238E27FC236}">
                <a16:creationId xmlns:a16="http://schemas.microsoft.com/office/drawing/2014/main" id="{6A94E38B-31D2-ED4A-98CF-9B1A5982A8D0}"/>
              </a:ext>
            </a:extLst>
          </p:cNvPr>
          <p:cNvPicPr>
            <a:picLocks noChangeAspect="1"/>
          </p:cNvPicPr>
          <p:nvPr userDrawn="1"/>
        </p:nvPicPr>
        <p:blipFill>
          <a:blip r:embed="rId3"/>
          <a:stretch>
            <a:fillRect/>
          </a:stretch>
        </p:blipFill>
        <p:spPr>
          <a:xfrm rot="5661142">
            <a:off x="-697182" y="5227965"/>
            <a:ext cx="2537052" cy="2453183"/>
          </a:xfrm>
          <a:prstGeom prst="rect">
            <a:avLst/>
          </a:prstGeom>
        </p:spPr>
      </p:pic>
      <p:pic>
        <p:nvPicPr>
          <p:cNvPr id="21" name="Picture 20">
            <a:extLst>
              <a:ext uri="{FF2B5EF4-FFF2-40B4-BE49-F238E27FC236}">
                <a16:creationId xmlns:a16="http://schemas.microsoft.com/office/drawing/2014/main" id="{A4096D25-84E2-0046-8EE1-BD9CB5986AB0}"/>
              </a:ext>
            </a:extLst>
          </p:cNvPr>
          <p:cNvPicPr>
            <a:picLocks noChangeAspect="1"/>
          </p:cNvPicPr>
          <p:nvPr userDrawn="1"/>
        </p:nvPicPr>
        <p:blipFill>
          <a:blip r:embed="rId4"/>
          <a:stretch>
            <a:fillRect/>
          </a:stretch>
        </p:blipFill>
        <p:spPr>
          <a:xfrm rot="18811268">
            <a:off x="-581306" y="5512930"/>
            <a:ext cx="2157479" cy="2108446"/>
          </a:xfrm>
          <a:prstGeom prst="rect">
            <a:avLst/>
          </a:prstGeom>
        </p:spPr>
      </p:pic>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30333F50-EB0D-4C4F-8284-D5459EB352F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851360" y="1373777"/>
            <a:ext cx="1429235" cy="1400067"/>
          </a:xfrm>
          <a:prstGeom prst="rect">
            <a:avLst/>
          </a:prstGeom>
        </p:spPr>
      </p:pic>
      <p:pic>
        <p:nvPicPr>
          <p:cNvPr id="23" name="Graphic 22">
            <a:extLst>
              <a:ext uri="{FF2B5EF4-FFF2-40B4-BE49-F238E27FC236}">
                <a16:creationId xmlns:a16="http://schemas.microsoft.com/office/drawing/2014/main" id="{C1703ABB-CA13-3642-97E1-42BE8414580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500637" y="1592537"/>
            <a:ext cx="1283395" cy="962546"/>
          </a:xfrm>
          <a:prstGeom prst="rect">
            <a:avLst/>
          </a:prstGeom>
        </p:spPr>
      </p:pic>
      <p:pic>
        <p:nvPicPr>
          <p:cNvPr id="24" name="Graphic 23">
            <a:extLst>
              <a:ext uri="{FF2B5EF4-FFF2-40B4-BE49-F238E27FC236}">
                <a16:creationId xmlns:a16="http://schemas.microsoft.com/office/drawing/2014/main" id="{1A1A7651-A9DB-144D-AAC8-83C270F3FABF}"/>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9519444" y="3900309"/>
            <a:ext cx="1283395" cy="962546"/>
          </a:xfrm>
          <a:prstGeom prst="rect">
            <a:avLst/>
          </a:prstGeom>
        </p:spPr>
      </p:pic>
      <p:pic>
        <p:nvPicPr>
          <p:cNvPr id="25" name="Graphic 24">
            <a:extLst>
              <a:ext uri="{FF2B5EF4-FFF2-40B4-BE49-F238E27FC236}">
                <a16:creationId xmlns:a16="http://schemas.microsoft.com/office/drawing/2014/main" id="{D4359391-C546-2F4F-AD42-5BDC855F3E5A}"/>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6008131" y="3839347"/>
            <a:ext cx="1006298" cy="962546"/>
          </a:xfrm>
          <a:prstGeom prst="rect">
            <a:avLst/>
          </a:prstGeom>
        </p:spPr>
      </p:pic>
      <p:sp>
        <p:nvSpPr>
          <p:cNvPr id="5" name="Text Placeholder 4">
            <a:extLst>
              <a:ext uri="{FF2B5EF4-FFF2-40B4-BE49-F238E27FC236}">
                <a16:creationId xmlns:a16="http://schemas.microsoft.com/office/drawing/2014/main" id="{28241AE2-BBB9-0842-9033-04828E834CED}"/>
              </a:ext>
            </a:extLst>
          </p:cNvPr>
          <p:cNvSpPr>
            <a:spLocks noGrp="1"/>
          </p:cNvSpPr>
          <p:nvPr>
            <p:ph type="body" sz="quarter" idx="10" hasCustomPrompt="1"/>
          </p:nvPr>
        </p:nvSpPr>
        <p:spPr>
          <a:xfrm>
            <a:off x="5093151" y="2464968"/>
            <a:ext cx="2926080" cy="365760"/>
          </a:xfrm>
          <a:prstGeom prst="rect">
            <a:avLst/>
          </a:prstGeom>
        </p:spPr>
        <p:txBody>
          <a:bodyPr/>
          <a:lstStyle>
            <a:lvl1pPr marL="0" indent="0" algn="ctr">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Here</a:t>
            </a:r>
          </a:p>
        </p:txBody>
      </p:sp>
      <p:sp>
        <p:nvSpPr>
          <p:cNvPr id="10" name="Text Placeholder 9">
            <a:extLst>
              <a:ext uri="{FF2B5EF4-FFF2-40B4-BE49-F238E27FC236}">
                <a16:creationId xmlns:a16="http://schemas.microsoft.com/office/drawing/2014/main" id="{5AEE1AF6-0E8F-694D-B9FB-231EE34923E4}"/>
              </a:ext>
            </a:extLst>
          </p:cNvPr>
          <p:cNvSpPr>
            <a:spLocks noGrp="1"/>
          </p:cNvSpPr>
          <p:nvPr>
            <p:ph type="body" sz="quarter" idx="11" hasCustomPrompt="1"/>
          </p:nvPr>
        </p:nvSpPr>
        <p:spPr>
          <a:xfrm>
            <a:off x="5093151" y="2744295"/>
            <a:ext cx="2926080" cy="1005840"/>
          </a:xfrm>
          <a:prstGeom prst="rect">
            <a:avLst/>
          </a:prstGeom>
        </p:spPr>
        <p:txBody>
          <a:bodyPr/>
          <a:lstStyle>
            <a:lvl1pPr marL="0" indent="0" algn="ctr">
              <a:lnSpc>
                <a:spcPct val="100000"/>
              </a:lnSpc>
              <a:spcBef>
                <a:spcPts val="0"/>
              </a:spcBef>
              <a:buNone/>
              <a:defRPr sz="1200"/>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Tree>
    <p:extLst>
      <p:ext uri="{BB962C8B-B14F-4D97-AF65-F5344CB8AC3E}">
        <p14:creationId xmlns:p14="http://schemas.microsoft.com/office/powerpoint/2010/main" val="3489720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_4 Icons">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ED93B2EB-A04A-6547-A75D-FBC482A9B69D}"/>
              </a:ext>
            </a:extLst>
          </p:cNvPr>
          <p:cNvPicPr>
            <a:picLocks noChangeAspect="1"/>
          </p:cNvPicPr>
          <p:nvPr userDrawn="1"/>
        </p:nvPicPr>
        <p:blipFill>
          <a:blip r:embed="rId2"/>
          <a:stretch>
            <a:fillRect/>
          </a:stretch>
        </p:blipFill>
        <p:spPr>
          <a:xfrm rot="15711272">
            <a:off x="10238551" y="-173627"/>
            <a:ext cx="2735393" cy="2644967"/>
          </a:xfrm>
          <a:prstGeom prst="rect">
            <a:avLst/>
          </a:prstGeom>
        </p:spPr>
      </p:pic>
      <p:pic>
        <p:nvPicPr>
          <p:cNvPr id="27" name="Picture 26">
            <a:extLst>
              <a:ext uri="{FF2B5EF4-FFF2-40B4-BE49-F238E27FC236}">
                <a16:creationId xmlns:a16="http://schemas.microsoft.com/office/drawing/2014/main" id="{2B9D56FC-1D87-CB4D-A416-5171E34CF7DD}"/>
              </a:ext>
            </a:extLst>
          </p:cNvPr>
          <p:cNvPicPr>
            <a:picLocks noChangeAspect="1"/>
          </p:cNvPicPr>
          <p:nvPr userDrawn="1"/>
        </p:nvPicPr>
        <p:blipFill>
          <a:blip r:embed="rId3"/>
          <a:stretch>
            <a:fillRect/>
          </a:stretch>
        </p:blipFill>
        <p:spPr>
          <a:xfrm rot="7499163">
            <a:off x="10482617" y="-6347"/>
            <a:ext cx="2150200" cy="2101332"/>
          </a:xfrm>
          <a:prstGeom prst="rect">
            <a:avLst/>
          </a:prstGeom>
        </p:spPr>
      </p:pic>
      <p:pic>
        <p:nvPicPr>
          <p:cNvPr id="28" name="Picture 27">
            <a:extLst>
              <a:ext uri="{FF2B5EF4-FFF2-40B4-BE49-F238E27FC236}">
                <a16:creationId xmlns:a16="http://schemas.microsoft.com/office/drawing/2014/main" id="{DBA833F3-491A-0747-B537-47F8EDE4DD7F}"/>
              </a:ext>
            </a:extLst>
          </p:cNvPr>
          <p:cNvPicPr>
            <a:picLocks noChangeAspect="1"/>
          </p:cNvPicPr>
          <p:nvPr userDrawn="1"/>
        </p:nvPicPr>
        <p:blipFill>
          <a:blip r:embed="rId2"/>
          <a:stretch>
            <a:fillRect/>
          </a:stretch>
        </p:blipFill>
        <p:spPr>
          <a:xfrm rot="5400000">
            <a:off x="-922626" y="5287866"/>
            <a:ext cx="2735393" cy="2644967"/>
          </a:xfrm>
          <a:prstGeom prst="rect">
            <a:avLst/>
          </a:prstGeom>
        </p:spPr>
      </p:pic>
      <p:pic>
        <p:nvPicPr>
          <p:cNvPr id="29" name="Picture 28">
            <a:extLst>
              <a:ext uri="{FF2B5EF4-FFF2-40B4-BE49-F238E27FC236}">
                <a16:creationId xmlns:a16="http://schemas.microsoft.com/office/drawing/2014/main" id="{D0C5A61A-83A6-B449-AC11-850E231E7DA4}"/>
              </a:ext>
            </a:extLst>
          </p:cNvPr>
          <p:cNvPicPr>
            <a:picLocks noChangeAspect="1"/>
          </p:cNvPicPr>
          <p:nvPr userDrawn="1"/>
        </p:nvPicPr>
        <p:blipFill>
          <a:blip r:embed="rId3"/>
          <a:stretch>
            <a:fillRect/>
          </a:stretch>
        </p:blipFill>
        <p:spPr>
          <a:xfrm rot="18787891">
            <a:off x="-678560" y="5455146"/>
            <a:ext cx="2150200" cy="2101332"/>
          </a:xfrm>
          <a:prstGeom prst="rect">
            <a:avLst/>
          </a:prstGeom>
        </p:spPr>
      </p:pic>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30333F50-EB0D-4C4F-8284-D5459EB352F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52936" y="2233748"/>
            <a:ext cx="1429235" cy="1400067"/>
          </a:xfrm>
          <a:prstGeom prst="rect">
            <a:avLst/>
          </a:prstGeom>
        </p:spPr>
      </p:pic>
      <p:pic>
        <p:nvPicPr>
          <p:cNvPr id="23" name="Graphic 22">
            <a:extLst>
              <a:ext uri="{FF2B5EF4-FFF2-40B4-BE49-F238E27FC236}">
                <a16:creationId xmlns:a16="http://schemas.microsoft.com/office/drawing/2014/main" id="{C1703ABB-CA13-3642-97E1-42BE8414580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844384" y="2423324"/>
            <a:ext cx="1283395" cy="962546"/>
          </a:xfrm>
          <a:prstGeom prst="rect">
            <a:avLst/>
          </a:prstGeom>
        </p:spPr>
      </p:pic>
      <p:pic>
        <p:nvPicPr>
          <p:cNvPr id="24" name="Graphic 23">
            <a:extLst>
              <a:ext uri="{FF2B5EF4-FFF2-40B4-BE49-F238E27FC236}">
                <a16:creationId xmlns:a16="http://schemas.microsoft.com/office/drawing/2014/main" id="{1A1A7651-A9DB-144D-AAC8-83C270F3FABF}"/>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715793" y="2423324"/>
            <a:ext cx="1283395" cy="962546"/>
          </a:xfrm>
          <a:prstGeom prst="rect">
            <a:avLst/>
          </a:prstGeom>
        </p:spPr>
      </p:pic>
      <p:pic>
        <p:nvPicPr>
          <p:cNvPr id="25" name="Graphic 24">
            <a:extLst>
              <a:ext uri="{FF2B5EF4-FFF2-40B4-BE49-F238E27FC236}">
                <a16:creationId xmlns:a16="http://schemas.microsoft.com/office/drawing/2014/main" id="{D4359391-C546-2F4F-AD42-5BDC855F3E5A}"/>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072330" y="2423324"/>
            <a:ext cx="1006298" cy="962546"/>
          </a:xfrm>
          <a:prstGeom prst="rect">
            <a:avLst/>
          </a:prstGeom>
        </p:spPr>
      </p:pic>
      <p:sp>
        <p:nvSpPr>
          <p:cNvPr id="5" name="Text Placeholder 4">
            <a:extLst>
              <a:ext uri="{FF2B5EF4-FFF2-40B4-BE49-F238E27FC236}">
                <a16:creationId xmlns:a16="http://schemas.microsoft.com/office/drawing/2014/main" id="{28241AE2-BBB9-0842-9033-04828E834CED}"/>
              </a:ext>
            </a:extLst>
          </p:cNvPr>
          <p:cNvSpPr>
            <a:spLocks noGrp="1"/>
          </p:cNvSpPr>
          <p:nvPr>
            <p:ph type="body" sz="quarter" idx="10" hasCustomPrompt="1"/>
          </p:nvPr>
        </p:nvSpPr>
        <p:spPr>
          <a:xfrm>
            <a:off x="558902" y="3383307"/>
            <a:ext cx="2340864" cy="548640"/>
          </a:xfrm>
          <a:prstGeom prst="rect">
            <a:avLst/>
          </a:prstGeom>
        </p:spPr>
        <p:txBody>
          <a:bodyPr/>
          <a:lstStyle>
            <a:lvl1pPr marL="0" indent="0" algn="ctr">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10" name="Text Placeholder 9">
            <a:extLst>
              <a:ext uri="{FF2B5EF4-FFF2-40B4-BE49-F238E27FC236}">
                <a16:creationId xmlns:a16="http://schemas.microsoft.com/office/drawing/2014/main" id="{5AEE1AF6-0E8F-694D-B9FB-231EE34923E4}"/>
              </a:ext>
            </a:extLst>
          </p:cNvPr>
          <p:cNvSpPr>
            <a:spLocks noGrp="1"/>
          </p:cNvSpPr>
          <p:nvPr>
            <p:ph type="body" sz="quarter" idx="11" hasCustomPrompt="1"/>
          </p:nvPr>
        </p:nvSpPr>
        <p:spPr>
          <a:xfrm>
            <a:off x="558902" y="4003325"/>
            <a:ext cx="2340864" cy="1005840"/>
          </a:xfrm>
          <a:prstGeom prst="rect">
            <a:avLst/>
          </a:prstGeom>
        </p:spPr>
        <p:txBody>
          <a:bodyPr/>
          <a:lstStyle>
            <a:lvl1pPr marL="0" indent="0" algn="ctr">
              <a:lnSpc>
                <a:spcPct val="100000"/>
              </a:lnSpc>
              <a:spcBef>
                <a:spcPts val="0"/>
              </a:spcBef>
              <a:buNone/>
              <a:defRPr sz="1200"/>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44" name="Text Placeholder 4">
            <a:extLst>
              <a:ext uri="{FF2B5EF4-FFF2-40B4-BE49-F238E27FC236}">
                <a16:creationId xmlns:a16="http://schemas.microsoft.com/office/drawing/2014/main" id="{4A3A7831-21CE-0043-92C7-CBCF8EF2BAF2}"/>
              </a:ext>
            </a:extLst>
          </p:cNvPr>
          <p:cNvSpPr>
            <a:spLocks noGrp="1"/>
          </p:cNvSpPr>
          <p:nvPr>
            <p:ph type="body" sz="quarter" idx="12" hasCustomPrompt="1"/>
          </p:nvPr>
        </p:nvSpPr>
        <p:spPr>
          <a:xfrm>
            <a:off x="3438290" y="3383307"/>
            <a:ext cx="2340864" cy="548640"/>
          </a:xfrm>
          <a:prstGeom prst="rect">
            <a:avLst/>
          </a:prstGeom>
        </p:spPr>
        <p:txBody>
          <a:bodyPr/>
          <a:lstStyle>
            <a:lvl1pPr marL="0" indent="0" algn="ctr">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45" name="Text Placeholder 9">
            <a:extLst>
              <a:ext uri="{FF2B5EF4-FFF2-40B4-BE49-F238E27FC236}">
                <a16:creationId xmlns:a16="http://schemas.microsoft.com/office/drawing/2014/main" id="{A779AA9B-3B65-884E-8CCD-B0858480A3AF}"/>
              </a:ext>
            </a:extLst>
          </p:cNvPr>
          <p:cNvSpPr>
            <a:spLocks noGrp="1"/>
          </p:cNvSpPr>
          <p:nvPr>
            <p:ph type="body" sz="quarter" idx="13" hasCustomPrompt="1"/>
          </p:nvPr>
        </p:nvSpPr>
        <p:spPr>
          <a:xfrm>
            <a:off x="3438290" y="4003325"/>
            <a:ext cx="2340864" cy="1005840"/>
          </a:xfrm>
          <a:prstGeom prst="rect">
            <a:avLst/>
          </a:prstGeom>
        </p:spPr>
        <p:txBody>
          <a:bodyPr/>
          <a:lstStyle>
            <a:lvl1pPr marL="0" indent="0" algn="ctr">
              <a:lnSpc>
                <a:spcPct val="100000"/>
              </a:lnSpc>
              <a:spcBef>
                <a:spcPts val="0"/>
              </a:spcBef>
              <a:buNone/>
              <a:defRPr sz="1200"/>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46" name="Text Placeholder 4">
            <a:extLst>
              <a:ext uri="{FF2B5EF4-FFF2-40B4-BE49-F238E27FC236}">
                <a16:creationId xmlns:a16="http://schemas.microsoft.com/office/drawing/2014/main" id="{A20CCAA2-C01A-294E-9EFF-28819B50E1B2}"/>
              </a:ext>
            </a:extLst>
          </p:cNvPr>
          <p:cNvSpPr>
            <a:spLocks noGrp="1"/>
          </p:cNvSpPr>
          <p:nvPr>
            <p:ph type="body" sz="quarter" idx="14" hasCustomPrompt="1"/>
          </p:nvPr>
        </p:nvSpPr>
        <p:spPr>
          <a:xfrm>
            <a:off x="6327404" y="3383307"/>
            <a:ext cx="2340864" cy="548640"/>
          </a:xfrm>
          <a:prstGeom prst="rect">
            <a:avLst/>
          </a:prstGeom>
        </p:spPr>
        <p:txBody>
          <a:bodyPr/>
          <a:lstStyle>
            <a:lvl1pPr marL="0" indent="0" algn="ctr">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47" name="Text Placeholder 9">
            <a:extLst>
              <a:ext uri="{FF2B5EF4-FFF2-40B4-BE49-F238E27FC236}">
                <a16:creationId xmlns:a16="http://schemas.microsoft.com/office/drawing/2014/main" id="{0A28D33D-A000-4546-9A79-22A554FBEDCD}"/>
              </a:ext>
            </a:extLst>
          </p:cNvPr>
          <p:cNvSpPr>
            <a:spLocks noGrp="1"/>
          </p:cNvSpPr>
          <p:nvPr>
            <p:ph type="body" sz="quarter" idx="15" hasCustomPrompt="1"/>
          </p:nvPr>
        </p:nvSpPr>
        <p:spPr>
          <a:xfrm>
            <a:off x="6327404" y="4003325"/>
            <a:ext cx="2340864" cy="1005840"/>
          </a:xfrm>
          <a:prstGeom prst="rect">
            <a:avLst/>
          </a:prstGeom>
        </p:spPr>
        <p:txBody>
          <a:bodyPr/>
          <a:lstStyle>
            <a:lvl1pPr marL="0" indent="0" algn="ctr">
              <a:lnSpc>
                <a:spcPct val="100000"/>
              </a:lnSpc>
              <a:spcBef>
                <a:spcPts val="0"/>
              </a:spcBef>
              <a:buNone/>
              <a:defRPr sz="1200"/>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48" name="Text Placeholder 4">
            <a:extLst>
              <a:ext uri="{FF2B5EF4-FFF2-40B4-BE49-F238E27FC236}">
                <a16:creationId xmlns:a16="http://schemas.microsoft.com/office/drawing/2014/main" id="{B50D0E8B-4295-0D4F-85C9-5AEC6F3E215F}"/>
              </a:ext>
            </a:extLst>
          </p:cNvPr>
          <p:cNvSpPr>
            <a:spLocks noGrp="1"/>
          </p:cNvSpPr>
          <p:nvPr>
            <p:ph type="body" sz="quarter" idx="16" hasCustomPrompt="1"/>
          </p:nvPr>
        </p:nvSpPr>
        <p:spPr>
          <a:xfrm>
            <a:off x="9206791" y="3383307"/>
            <a:ext cx="2340864" cy="548640"/>
          </a:xfrm>
          <a:prstGeom prst="rect">
            <a:avLst/>
          </a:prstGeom>
        </p:spPr>
        <p:txBody>
          <a:bodyPr/>
          <a:lstStyle>
            <a:lvl1pPr marL="0" indent="0" algn="ctr">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49" name="Text Placeholder 9">
            <a:extLst>
              <a:ext uri="{FF2B5EF4-FFF2-40B4-BE49-F238E27FC236}">
                <a16:creationId xmlns:a16="http://schemas.microsoft.com/office/drawing/2014/main" id="{B090BD70-CC3D-D642-8EA0-A662E3BEAA78}"/>
              </a:ext>
            </a:extLst>
          </p:cNvPr>
          <p:cNvSpPr>
            <a:spLocks noGrp="1"/>
          </p:cNvSpPr>
          <p:nvPr>
            <p:ph type="body" sz="quarter" idx="17" hasCustomPrompt="1"/>
          </p:nvPr>
        </p:nvSpPr>
        <p:spPr>
          <a:xfrm>
            <a:off x="9206791" y="4003325"/>
            <a:ext cx="2340864" cy="1005840"/>
          </a:xfrm>
          <a:prstGeom prst="rect">
            <a:avLst/>
          </a:prstGeom>
        </p:spPr>
        <p:txBody>
          <a:bodyPr/>
          <a:lstStyle>
            <a:lvl1pPr marL="0" indent="0" algn="ctr">
              <a:lnSpc>
                <a:spcPct val="100000"/>
              </a:lnSpc>
              <a:spcBef>
                <a:spcPts val="0"/>
              </a:spcBef>
              <a:buNone/>
              <a:defRPr sz="1200"/>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Tree>
    <p:extLst>
      <p:ext uri="{BB962C8B-B14F-4D97-AF65-F5344CB8AC3E}">
        <p14:creationId xmlns:p14="http://schemas.microsoft.com/office/powerpoint/2010/main" val="3334802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ght_Numbered_Headlines">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4B2BD913-21F6-2742-9059-E72A4AF28FCF}"/>
              </a:ext>
            </a:extLst>
          </p:cNvPr>
          <p:cNvSpPr/>
          <p:nvPr/>
        </p:nvSpPr>
        <p:spPr>
          <a:xfrm>
            <a:off x="2276320" y="1937546"/>
            <a:ext cx="459896" cy="459896"/>
          </a:xfrm>
          <a:prstGeom prst="ellipse">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35" name="Oval 34">
            <a:extLst>
              <a:ext uri="{FF2B5EF4-FFF2-40B4-BE49-F238E27FC236}">
                <a16:creationId xmlns:a16="http://schemas.microsoft.com/office/drawing/2014/main" id="{369AB927-9932-3741-9DA9-5A0EEFDBCD13}"/>
              </a:ext>
            </a:extLst>
          </p:cNvPr>
          <p:cNvSpPr/>
          <p:nvPr/>
        </p:nvSpPr>
        <p:spPr>
          <a:xfrm>
            <a:off x="2276320" y="2906189"/>
            <a:ext cx="459896" cy="459896"/>
          </a:xfrm>
          <a:prstGeom prst="ellipse">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39" name="Oval 38">
            <a:extLst>
              <a:ext uri="{FF2B5EF4-FFF2-40B4-BE49-F238E27FC236}">
                <a16:creationId xmlns:a16="http://schemas.microsoft.com/office/drawing/2014/main" id="{89070F33-FA29-2742-B014-4ACA19A2B22E}"/>
              </a:ext>
            </a:extLst>
          </p:cNvPr>
          <p:cNvSpPr/>
          <p:nvPr/>
        </p:nvSpPr>
        <p:spPr>
          <a:xfrm>
            <a:off x="2276320" y="3867083"/>
            <a:ext cx="459896" cy="459896"/>
          </a:xfrm>
          <a:prstGeom prst="ellipse">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43" name="Oval 42">
            <a:extLst>
              <a:ext uri="{FF2B5EF4-FFF2-40B4-BE49-F238E27FC236}">
                <a16:creationId xmlns:a16="http://schemas.microsoft.com/office/drawing/2014/main" id="{E0BD0342-8B55-9342-9091-D3E1DE38D4BA}"/>
              </a:ext>
            </a:extLst>
          </p:cNvPr>
          <p:cNvSpPr/>
          <p:nvPr/>
        </p:nvSpPr>
        <p:spPr>
          <a:xfrm>
            <a:off x="2276320" y="4827978"/>
            <a:ext cx="459896" cy="459896"/>
          </a:xfrm>
          <a:prstGeom prst="ellipse">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5" name="Text Placeholder 4">
            <a:extLst>
              <a:ext uri="{FF2B5EF4-FFF2-40B4-BE49-F238E27FC236}">
                <a16:creationId xmlns:a16="http://schemas.microsoft.com/office/drawing/2014/main" id="{28241AE2-BBB9-0842-9033-04828E834CED}"/>
              </a:ext>
            </a:extLst>
          </p:cNvPr>
          <p:cNvSpPr>
            <a:spLocks noGrp="1"/>
          </p:cNvSpPr>
          <p:nvPr>
            <p:ph type="body" sz="quarter" idx="10" hasCustomPrompt="1"/>
          </p:nvPr>
        </p:nvSpPr>
        <p:spPr>
          <a:xfrm>
            <a:off x="2820649" y="1856314"/>
            <a:ext cx="6994889"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10" name="Text Placeholder 9">
            <a:extLst>
              <a:ext uri="{FF2B5EF4-FFF2-40B4-BE49-F238E27FC236}">
                <a16:creationId xmlns:a16="http://schemas.microsoft.com/office/drawing/2014/main" id="{5AEE1AF6-0E8F-694D-B9FB-231EE34923E4}"/>
              </a:ext>
            </a:extLst>
          </p:cNvPr>
          <p:cNvSpPr>
            <a:spLocks noGrp="1"/>
          </p:cNvSpPr>
          <p:nvPr>
            <p:ph type="body" sz="quarter" idx="11" hasCustomPrompt="1"/>
          </p:nvPr>
        </p:nvSpPr>
        <p:spPr>
          <a:xfrm>
            <a:off x="2820650" y="2162741"/>
            <a:ext cx="6994890" cy="501571"/>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Here’s some placeholder text. </a:t>
            </a:r>
          </a:p>
        </p:txBody>
      </p:sp>
      <p:sp>
        <p:nvSpPr>
          <p:cNvPr id="52" name="Text Placeholder 4">
            <a:extLst>
              <a:ext uri="{FF2B5EF4-FFF2-40B4-BE49-F238E27FC236}">
                <a16:creationId xmlns:a16="http://schemas.microsoft.com/office/drawing/2014/main" id="{5407635B-127B-1A4D-B742-2D1378069F22}"/>
              </a:ext>
            </a:extLst>
          </p:cNvPr>
          <p:cNvSpPr>
            <a:spLocks noGrp="1"/>
          </p:cNvSpPr>
          <p:nvPr>
            <p:ph type="body" sz="quarter" idx="12" hasCustomPrompt="1"/>
          </p:nvPr>
        </p:nvSpPr>
        <p:spPr>
          <a:xfrm>
            <a:off x="2820650" y="2819352"/>
            <a:ext cx="6994888"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53" name="Text Placeholder 9">
            <a:extLst>
              <a:ext uri="{FF2B5EF4-FFF2-40B4-BE49-F238E27FC236}">
                <a16:creationId xmlns:a16="http://schemas.microsoft.com/office/drawing/2014/main" id="{3D41AB30-0C8B-CF4C-8921-73FEFC91D44C}"/>
              </a:ext>
            </a:extLst>
          </p:cNvPr>
          <p:cNvSpPr>
            <a:spLocks noGrp="1"/>
          </p:cNvSpPr>
          <p:nvPr>
            <p:ph type="body" sz="quarter" idx="13" hasCustomPrompt="1"/>
          </p:nvPr>
        </p:nvSpPr>
        <p:spPr>
          <a:xfrm>
            <a:off x="2820650" y="3125779"/>
            <a:ext cx="6994890" cy="501571"/>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Here’s some placeholder text. </a:t>
            </a:r>
          </a:p>
        </p:txBody>
      </p:sp>
      <p:sp>
        <p:nvSpPr>
          <p:cNvPr id="54" name="Text Placeholder 4">
            <a:extLst>
              <a:ext uri="{FF2B5EF4-FFF2-40B4-BE49-F238E27FC236}">
                <a16:creationId xmlns:a16="http://schemas.microsoft.com/office/drawing/2014/main" id="{811EC0DE-3E08-4C48-9EF2-3422F0EFE1F9}"/>
              </a:ext>
            </a:extLst>
          </p:cNvPr>
          <p:cNvSpPr>
            <a:spLocks noGrp="1"/>
          </p:cNvSpPr>
          <p:nvPr>
            <p:ph type="body" sz="quarter" idx="14" hasCustomPrompt="1"/>
          </p:nvPr>
        </p:nvSpPr>
        <p:spPr>
          <a:xfrm>
            <a:off x="2820649" y="3782390"/>
            <a:ext cx="6994887"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55" name="Text Placeholder 9">
            <a:extLst>
              <a:ext uri="{FF2B5EF4-FFF2-40B4-BE49-F238E27FC236}">
                <a16:creationId xmlns:a16="http://schemas.microsoft.com/office/drawing/2014/main" id="{03DF5F58-F00B-8A4A-9E1C-0500A4128AE3}"/>
              </a:ext>
            </a:extLst>
          </p:cNvPr>
          <p:cNvSpPr>
            <a:spLocks noGrp="1"/>
          </p:cNvSpPr>
          <p:nvPr>
            <p:ph type="body" sz="quarter" idx="15" hasCustomPrompt="1"/>
          </p:nvPr>
        </p:nvSpPr>
        <p:spPr>
          <a:xfrm>
            <a:off x="2820650" y="4088817"/>
            <a:ext cx="6994890" cy="501571"/>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Here’s some placeholder text. </a:t>
            </a:r>
          </a:p>
        </p:txBody>
      </p:sp>
      <p:sp>
        <p:nvSpPr>
          <p:cNvPr id="56" name="Text Placeholder 4">
            <a:extLst>
              <a:ext uri="{FF2B5EF4-FFF2-40B4-BE49-F238E27FC236}">
                <a16:creationId xmlns:a16="http://schemas.microsoft.com/office/drawing/2014/main" id="{16D9E113-76C5-C24A-93DA-73C105238F78}"/>
              </a:ext>
            </a:extLst>
          </p:cNvPr>
          <p:cNvSpPr>
            <a:spLocks noGrp="1"/>
          </p:cNvSpPr>
          <p:nvPr>
            <p:ph type="body" sz="quarter" idx="16" hasCustomPrompt="1"/>
          </p:nvPr>
        </p:nvSpPr>
        <p:spPr>
          <a:xfrm>
            <a:off x="2820650" y="4745429"/>
            <a:ext cx="6994886"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57" name="Text Placeholder 9">
            <a:extLst>
              <a:ext uri="{FF2B5EF4-FFF2-40B4-BE49-F238E27FC236}">
                <a16:creationId xmlns:a16="http://schemas.microsoft.com/office/drawing/2014/main" id="{8C00E346-59ED-EF4A-90C0-374A83E9B888}"/>
              </a:ext>
            </a:extLst>
          </p:cNvPr>
          <p:cNvSpPr>
            <a:spLocks noGrp="1"/>
          </p:cNvSpPr>
          <p:nvPr>
            <p:ph type="body" sz="quarter" idx="17" hasCustomPrompt="1"/>
          </p:nvPr>
        </p:nvSpPr>
        <p:spPr>
          <a:xfrm>
            <a:off x="2820650" y="5051856"/>
            <a:ext cx="6994890" cy="501571"/>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Here’s some placeholder text. </a:t>
            </a:r>
          </a:p>
        </p:txBody>
      </p:sp>
      <p:sp>
        <p:nvSpPr>
          <p:cNvPr id="7" name="Text Placeholder 6">
            <a:extLst>
              <a:ext uri="{FF2B5EF4-FFF2-40B4-BE49-F238E27FC236}">
                <a16:creationId xmlns:a16="http://schemas.microsoft.com/office/drawing/2014/main" id="{0DB2C944-676C-E949-B6F1-0B619DA6A21A}"/>
              </a:ext>
            </a:extLst>
          </p:cNvPr>
          <p:cNvSpPr>
            <a:spLocks noGrp="1"/>
          </p:cNvSpPr>
          <p:nvPr>
            <p:ph type="body" sz="quarter" idx="18" hasCustomPrompt="1"/>
          </p:nvPr>
        </p:nvSpPr>
        <p:spPr>
          <a:xfrm>
            <a:off x="2276320" y="1956326"/>
            <a:ext cx="457200" cy="457200"/>
          </a:xfrm>
          <a:prstGeom prst="rect">
            <a:avLst/>
          </a:prstGeom>
        </p:spPr>
        <p:txBody>
          <a:bodyPr anchor="ctr"/>
          <a:lstStyle>
            <a:lvl1pPr algn="ctr">
              <a:buNone/>
              <a:defRPr sz="1600">
                <a:solidFill>
                  <a:schemeClr val="bg1"/>
                </a:solidFill>
                <a:latin typeface="+mj-lt"/>
              </a:defRPr>
            </a:lvl1pPr>
            <a:lvl2pPr algn="ctr">
              <a:buNone/>
              <a:defRPr sz="1600">
                <a:latin typeface="+mj-lt"/>
              </a:defRPr>
            </a:lvl2pPr>
            <a:lvl3pPr algn="ctr">
              <a:buNone/>
              <a:defRPr sz="1600">
                <a:latin typeface="+mj-lt"/>
              </a:defRPr>
            </a:lvl3pPr>
            <a:lvl4pPr algn="ctr">
              <a:buNone/>
              <a:defRPr sz="1600">
                <a:latin typeface="+mj-lt"/>
              </a:defRPr>
            </a:lvl4pPr>
            <a:lvl5pPr algn="ctr">
              <a:buNone/>
              <a:defRPr sz="1600">
                <a:latin typeface="+mj-lt"/>
              </a:defRPr>
            </a:lvl5pPr>
          </a:lstStyle>
          <a:p>
            <a:pPr lvl="0"/>
            <a:r>
              <a:rPr lang="en-US"/>
              <a:t>1</a:t>
            </a:r>
          </a:p>
        </p:txBody>
      </p:sp>
      <p:sp>
        <p:nvSpPr>
          <p:cNvPr id="58" name="Text Placeholder 6">
            <a:extLst>
              <a:ext uri="{FF2B5EF4-FFF2-40B4-BE49-F238E27FC236}">
                <a16:creationId xmlns:a16="http://schemas.microsoft.com/office/drawing/2014/main" id="{6DB23025-B3CB-CA41-AE19-3AAD61F1EA6D}"/>
              </a:ext>
            </a:extLst>
          </p:cNvPr>
          <p:cNvSpPr>
            <a:spLocks noGrp="1"/>
          </p:cNvSpPr>
          <p:nvPr>
            <p:ph type="body" sz="quarter" idx="19" hasCustomPrompt="1"/>
          </p:nvPr>
        </p:nvSpPr>
        <p:spPr>
          <a:xfrm>
            <a:off x="2276320" y="2929093"/>
            <a:ext cx="457200" cy="457200"/>
          </a:xfrm>
          <a:prstGeom prst="rect">
            <a:avLst/>
          </a:prstGeom>
        </p:spPr>
        <p:txBody>
          <a:bodyPr anchor="ctr"/>
          <a:lstStyle>
            <a:lvl1pPr algn="ctr">
              <a:buNone/>
              <a:defRPr sz="1600">
                <a:solidFill>
                  <a:schemeClr val="bg1"/>
                </a:solidFill>
                <a:latin typeface="+mj-lt"/>
              </a:defRPr>
            </a:lvl1pPr>
            <a:lvl2pPr algn="ctr">
              <a:buNone/>
              <a:defRPr sz="1600">
                <a:latin typeface="+mj-lt"/>
              </a:defRPr>
            </a:lvl2pPr>
            <a:lvl3pPr algn="ctr">
              <a:buNone/>
              <a:defRPr sz="1600">
                <a:latin typeface="+mj-lt"/>
              </a:defRPr>
            </a:lvl3pPr>
            <a:lvl4pPr algn="ctr">
              <a:buNone/>
              <a:defRPr sz="1600">
                <a:latin typeface="+mj-lt"/>
              </a:defRPr>
            </a:lvl4pPr>
            <a:lvl5pPr algn="ctr">
              <a:buNone/>
              <a:defRPr sz="1600">
                <a:latin typeface="+mj-lt"/>
              </a:defRPr>
            </a:lvl5pPr>
          </a:lstStyle>
          <a:p>
            <a:pPr lvl="0"/>
            <a:r>
              <a:rPr lang="en-US"/>
              <a:t>2</a:t>
            </a:r>
          </a:p>
        </p:txBody>
      </p:sp>
      <p:sp>
        <p:nvSpPr>
          <p:cNvPr id="59" name="Text Placeholder 6">
            <a:extLst>
              <a:ext uri="{FF2B5EF4-FFF2-40B4-BE49-F238E27FC236}">
                <a16:creationId xmlns:a16="http://schemas.microsoft.com/office/drawing/2014/main" id="{F6DE3312-A909-0844-88E0-0B2D6E8679E8}"/>
              </a:ext>
            </a:extLst>
          </p:cNvPr>
          <p:cNvSpPr>
            <a:spLocks noGrp="1"/>
          </p:cNvSpPr>
          <p:nvPr>
            <p:ph type="body" sz="quarter" idx="20" hasCustomPrompt="1"/>
          </p:nvPr>
        </p:nvSpPr>
        <p:spPr>
          <a:xfrm>
            <a:off x="2276320" y="3882404"/>
            <a:ext cx="457200" cy="457200"/>
          </a:xfrm>
          <a:prstGeom prst="rect">
            <a:avLst/>
          </a:prstGeom>
        </p:spPr>
        <p:txBody>
          <a:bodyPr anchor="ctr"/>
          <a:lstStyle>
            <a:lvl1pPr algn="ctr">
              <a:buNone/>
              <a:defRPr sz="1600">
                <a:solidFill>
                  <a:schemeClr val="bg1"/>
                </a:solidFill>
                <a:latin typeface="+mj-lt"/>
              </a:defRPr>
            </a:lvl1pPr>
            <a:lvl2pPr algn="ctr">
              <a:buNone/>
              <a:defRPr sz="1600">
                <a:latin typeface="+mj-lt"/>
              </a:defRPr>
            </a:lvl2pPr>
            <a:lvl3pPr algn="ctr">
              <a:buNone/>
              <a:defRPr sz="1600">
                <a:latin typeface="+mj-lt"/>
              </a:defRPr>
            </a:lvl3pPr>
            <a:lvl4pPr algn="ctr">
              <a:buNone/>
              <a:defRPr sz="1600">
                <a:latin typeface="+mj-lt"/>
              </a:defRPr>
            </a:lvl4pPr>
            <a:lvl5pPr algn="ctr">
              <a:buNone/>
              <a:defRPr sz="1600">
                <a:latin typeface="+mj-lt"/>
              </a:defRPr>
            </a:lvl5pPr>
          </a:lstStyle>
          <a:p>
            <a:pPr lvl="0"/>
            <a:r>
              <a:rPr lang="en-US"/>
              <a:t>3</a:t>
            </a:r>
          </a:p>
        </p:txBody>
      </p:sp>
      <p:sp>
        <p:nvSpPr>
          <p:cNvPr id="60" name="Text Placeholder 6">
            <a:extLst>
              <a:ext uri="{FF2B5EF4-FFF2-40B4-BE49-F238E27FC236}">
                <a16:creationId xmlns:a16="http://schemas.microsoft.com/office/drawing/2014/main" id="{847653E0-44C3-9542-BFB0-FC604C1A80D2}"/>
              </a:ext>
            </a:extLst>
          </p:cNvPr>
          <p:cNvSpPr>
            <a:spLocks noGrp="1"/>
          </p:cNvSpPr>
          <p:nvPr>
            <p:ph type="body" sz="quarter" idx="21" hasCustomPrompt="1"/>
          </p:nvPr>
        </p:nvSpPr>
        <p:spPr>
          <a:xfrm>
            <a:off x="2276320" y="4845442"/>
            <a:ext cx="457200" cy="457200"/>
          </a:xfrm>
          <a:prstGeom prst="rect">
            <a:avLst/>
          </a:prstGeom>
        </p:spPr>
        <p:txBody>
          <a:bodyPr anchor="ctr"/>
          <a:lstStyle>
            <a:lvl1pPr algn="ctr">
              <a:buNone/>
              <a:defRPr sz="1600">
                <a:solidFill>
                  <a:schemeClr val="bg1"/>
                </a:solidFill>
                <a:latin typeface="+mj-lt"/>
              </a:defRPr>
            </a:lvl1pPr>
            <a:lvl2pPr algn="ctr">
              <a:buNone/>
              <a:defRPr sz="1600">
                <a:latin typeface="+mj-lt"/>
              </a:defRPr>
            </a:lvl2pPr>
            <a:lvl3pPr algn="ctr">
              <a:buNone/>
              <a:defRPr sz="1600">
                <a:latin typeface="+mj-lt"/>
              </a:defRPr>
            </a:lvl3pPr>
            <a:lvl4pPr algn="ctr">
              <a:buNone/>
              <a:defRPr sz="1600">
                <a:latin typeface="+mj-lt"/>
              </a:defRPr>
            </a:lvl4pPr>
            <a:lvl5pPr algn="ctr">
              <a:buNone/>
              <a:defRPr sz="1600">
                <a:latin typeface="+mj-lt"/>
              </a:defRPr>
            </a:lvl5pPr>
          </a:lstStyle>
          <a:p>
            <a:pPr lvl="0"/>
            <a:r>
              <a:rPr lang="en-US"/>
              <a:t>4</a:t>
            </a:r>
          </a:p>
        </p:txBody>
      </p:sp>
      <p:pic>
        <p:nvPicPr>
          <p:cNvPr id="26" name="Picture 25">
            <a:extLst>
              <a:ext uri="{FF2B5EF4-FFF2-40B4-BE49-F238E27FC236}">
                <a16:creationId xmlns:a16="http://schemas.microsoft.com/office/drawing/2014/main" id="{ED93B2EB-A04A-6547-A75D-FBC482A9B69D}"/>
              </a:ext>
            </a:extLst>
          </p:cNvPr>
          <p:cNvPicPr>
            <a:picLocks noChangeAspect="1"/>
          </p:cNvPicPr>
          <p:nvPr userDrawn="1"/>
        </p:nvPicPr>
        <p:blipFill>
          <a:blip r:embed="rId2"/>
          <a:stretch>
            <a:fillRect/>
          </a:stretch>
        </p:blipFill>
        <p:spPr>
          <a:xfrm rot="15711272">
            <a:off x="10238551" y="-173627"/>
            <a:ext cx="2735393" cy="2644967"/>
          </a:xfrm>
          <a:prstGeom prst="rect">
            <a:avLst/>
          </a:prstGeom>
        </p:spPr>
      </p:pic>
      <p:pic>
        <p:nvPicPr>
          <p:cNvPr id="27" name="Picture 26">
            <a:extLst>
              <a:ext uri="{FF2B5EF4-FFF2-40B4-BE49-F238E27FC236}">
                <a16:creationId xmlns:a16="http://schemas.microsoft.com/office/drawing/2014/main" id="{2B9D56FC-1D87-CB4D-A416-5171E34CF7DD}"/>
              </a:ext>
            </a:extLst>
          </p:cNvPr>
          <p:cNvPicPr>
            <a:picLocks noChangeAspect="1"/>
          </p:cNvPicPr>
          <p:nvPr userDrawn="1"/>
        </p:nvPicPr>
        <p:blipFill>
          <a:blip r:embed="rId3"/>
          <a:stretch>
            <a:fillRect/>
          </a:stretch>
        </p:blipFill>
        <p:spPr>
          <a:xfrm rot="7499163">
            <a:off x="10482617" y="-6347"/>
            <a:ext cx="2150200" cy="2101332"/>
          </a:xfrm>
          <a:prstGeom prst="rect">
            <a:avLst/>
          </a:prstGeom>
        </p:spPr>
      </p:pic>
      <p:pic>
        <p:nvPicPr>
          <p:cNvPr id="28" name="Picture 27">
            <a:extLst>
              <a:ext uri="{FF2B5EF4-FFF2-40B4-BE49-F238E27FC236}">
                <a16:creationId xmlns:a16="http://schemas.microsoft.com/office/drawing/2014/main" id="{DBA833F3-491A-0747-B537-47F8EDE4DD7F}"/>
              </a:ext>
            </a:extLst>
          </p:cNvPr>
          <p:cNvPicPr>
            <a:picLocks noChangeAspect="1"/>
          </p:cNvPicPr>
          <p:nvPr userDrawn="1"/>
        </p:nvPicPr>
        <p:blipFill>
          <a:blip r:embed="rId2"/>
          <a:stretch>
            <a:fillRect/>
          </a:stretch>
        </p:blipFill>
        <p:spPr>
          <a:xfrm rot="5400000">
            <a:off x="-922626" y="5287866"/>
            <a:ext cx="2735393" cy="2644967"/>
          </a:xfrm>
          <a:prstGeom prst="rect">
            <a:avLst/>
          </a:prstGeom>
        </p:spPr>
      </p:pic>
      <p:pic>
        <p:nvPicPr>
          <p:cNvPr id="29" name="Picture 28">
            <a:extLst>
              <a:ext uri="{FF2B5EF4-FFF2-40B4-BE49-F238E27FC236}">
                <a16:creationId xmlns:a16="http://schemas.microsoft.com/office/drawing/2014/main" id="{D0C5A61A-83A6-B449-AC11-850E231E7DA4}"/>
              </a:ext>
            </a:extLst>
          </p:cNvPr>
          <p:cNvPicPr>
            <a:picLocks noChangeAspect="1"/>
          </p:cNvPicPr>
          <p:nvPr userDrawn="1"/>
        </p:nvPicPr>
        <p:blipFill>
          <a:blip r:embed="rId3"/>
          <a:stretch>
            <a:fillRect/>
          </a:stretch>
        </p:blipFill>
        <p:spPr>
          <a:xfrm rot="18787891">
            <a:off x="-678560" y="5455146"/>
            <a:ext cx="2150200" cy="2101332"/>
          </a:xfrm>
          <a:prstGeom prst="rect">
            <a:avLst/>
          </a:prstGeom>
        </p:spPr>
      </p:pic>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003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ght_Checkmark_Headline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8241AE2-BBB9-0842-9033-04828E834CED}"/>
              </a:ext>
            </a:extLst>
          </p:cNvPr>
          <p:cNvSpPr>
            <a:spLocks noGrp="1"/>
          </p:cNvSpPr>
          <p:nvPr>
            <p:ph type="body" sz="quarter" idx="10" hasCustomPrompt="1"/>
          </p:nvPr>
        </p:nvSpPr>
        <p:spPr>
          <a:xfrm>
            <a:off x="2820649" y="1856314"/>
            <a:ext cx="6994889"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10" name="Text Placeholder 9">
            <a:extLst>
              <a:ext uri="{FF2B5EF4-FFF2-40B4-BE49-F238E27FC236}">
                <a16:creationId xmlns:a16="http://schemas.microsoft.com/office/drawing/2014/main" id="{5AEE1AF6-0E8F-694D-B9FB-231EE34923E4}"/>
              </a:ext>
            </a:extLst>
          </p:cNvPr>
          <p:cNvSpPr>
            <a:spLocks noGrp="1"/>
          </p:cNvSpPr>
          <p:nvPr>
            <p:ph type="body" sz="quarter" idx="11" hasCustomPrompt="1"/>
          </p:nvPr>
        </p:nvSpPr>
        <p:spPr>
          <a:xfrm>
            <a:off x="2820650" y="2162741"/>
            <a:ext cx="6994890" cy="501571"/>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Here’s some placeholder text. </a:t>
            </a:r>
          </a:p>
        </p:txBody>
      </p:sp>
      <p:sp>
        <p:nvSpPr>
          <p:cNvPr id="52" name="Text Placeholder 4">
            <a:extLst>
              <a:ext uri="{FF2B5EF4-FFF2-40B4-BE49-F238E27FC236}">
                <a16:creationId xmlns:a16="http://schemas.microsoft.com/office/drawing/2014/main" id="{5407635B-127B-1A4D-B742-2D1378069F22}"/>
              </a:ext>
            </a:extLst>
          </p:cNvPr>
          <p:cNvSpPr>
            <a:spLocks noGrp="1"/>
          </p:cNvSpPr>
          <p:nvPr>
            <p:ph type="body" sz="quarter" idx="12" hasCustomPrompt="1"/>
          </p:nvPr>
        </p:nvSpPr>
        <p:spPr>
          <a:xfrm>
            <a:off x="2820650" y="2819352"/>
            <a:ext cx="6994888"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53" name="Text Placeholder 9">
            <a:extLst>
              <a:ext uri="{FF2B5EF4-FFF2-40B4-BE49-F238E27FC236}">
                <a16:creationId xmlns:a16="http://schemas.microsoft.com/office/drawing/2014/main" id="{3D41AB30-0C8B-CF4C-8921-73FEFC91D44C}"/>
              </a:ext>
            </a:extLst>
          </p:cNvPr>
          <p:cNvSpPr>
            <a:spLocks noGrp="1"/>
          </p:cNvSpPr>
          <p:nvPr>
            <p:ph type="body" sz="quarter" idx="13" hasCustomPrompt="1"/>
          </p:nvPr>
        </p:nvSpPr>
        <p:spPr>
          <a:xfrm>
            <a:off x="2820650" y="3125779"/>
            <a:ext cx="6994890" cy="501571"/>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Here’s some placeholder text. </a:t>
            </a:r>
          </a:p>
        </p:txBody>
      </p:sp>
      <p:sp>
        <p:nvSpPr>
          <p:cNvPr id="54" name="Text Placeholder 4">
            <a:extLst>
              <a:ext uri="{FF2B5EF4-FFF2-40B4-BE49-F238E27FC236}">
                <a16:creationId xmlns:a16="http://schemas.microsoft.com/office/drawing/2014/main" id="{811EC0DE-3E08-4C48-9EF2-3422F0EFE1F9}"/>
              </a:ext>
            </a:extLst>
          </p:cNvPr>
          <p:cNvSpPr>
            <a:spLocks noGrp="1"/>
          </p:cNvSpPr>
          <p:nvPr>
            <p:ph type="body" sz="quarter" idx="14" hasCustomPrompt="1"/>
          </p:nvPr>
        </p:nvSpPr>
        <p:spPr>
          <a:xfrm>
            <a:off x="2820649" y="3782390"/>
            <a:ext cx="6994887"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55" name="Text Placeholder 9">
            <a:extLst>
              <a:ext uri="{FF2B5EF4-FFF2-40B4-BE49-F238E27FC236}">
                <a16:creationId xmlns:a16="http://schemas.microsoft.com/office/drawing/2014/main" id="{03DF5F58-F00B-8A4A-9E1C-0500A4128AE3}"/>
              </a:ext>
            </a:extLst>
          </p:cNvPr>
          <p:cNvSpPr>
            <a:spLocks noGrp="1"/>
          </p:cNvSpPr>
          <p:nvPr>
            <p:ph type="body" sz="quarter" idx="15" hasCustomPrompt="1"/>
          </p:nvPr>
        </p:nvSpPr>
        <p:spPr>
          <a:xfrm>
            <a:off x="2820650" y="4088817"/>
            <a:ext cx="6994890" cy="501571"/>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Here’s some placeholder text. </a:t>
            </a:r>
          </a:p>
        </p:txBody>
      </p:sp>
      <p:sp>
        <p:nvSpPr>
          <p:cNvPr id="56" name="Text Placeholder 4">
            <a:extLst>
              <a:ext uri="{FF2B5EF4-FFF2-40B4-BE49-F238E27FC236}">
                <a16:creationId xmlns:a16="http://schemas.microsoft.com/office/drawing/2014/main" id="{16D9E113-76C5-C24A-93DA-73C105238F78}"/>
              </a:ext>
            </a:extLst>
          </p:cNvPr>
          <p:cNvSpPr>
            <a:spLocks noGrp="1"/>
          </p:cNvSpPr>
          <p:nvPr>
            <p:ph type="body" sz="quarter" idx="16" hasCustomPrompt="1"/>
          </p:nvPr>
        </p:nvSpPr>
        <p:spPr>
          <a:xfrm>
            <a:off x="2820650" y="4745429"/>
            <a:ext cx="6994886"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57" name="Text Placeholder 9">
            <a:extLst>
              <a:ext uri="{FF2B5EF4-FFF2-40B4-BE49-F238E27FC236}">
                <a16:creationId xmlns:a16="http://schemas.microsoft.com/office/drawing/2014/main" id="{8C00E346-59ED-EF4A-90C0-374A83E9B888}"/>
              </a:ext>
            </a:extLst>
          </p:cNvPr>
          <p:cNvSpPr>
            <a:spLocks noGrp="1"/>
          </p:cNvSpPr>
          <p:nvPr>
            <p:ph type="body" sz="quarter" idx="17" hasCustomPrompt="1"/>
          </p:nvPr>
        </p:nvSpPr>
        <p:spPr>
          <a:xfrm>
            <a:off x="2820650" y="5051856"/>
            <a:ext cx="6994890" cy="501571"/>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Here’s some placeholder text. </a:t>
            </a:r>
          </a:p>
        </p:txBody>
      </p:sp>
      <p:pic>
        <p:nvPicPr>
          <p:cNvPr id="26" name="Picture 25">
            <a:extLst>
              <a:ext uri="{FF2B5EF4-FFF2-40B4-BE49-F238E27FC236}">
                <a16:creationId xmlns:a16="http://schemas.microsoft.com/office/drawing/2014/main" id="{ED93B2EB-A04A-6547-A75D-FBC482A9B69D}"/>
              </a:ext>
            </a:extLst>
          </p:cNvPr>
          <p:cNvPicPr>
            <a:picLocks noChangeAspect="1"/>
          </p:cNvPicPr>
          <p:nvPr userDrawn="1"/>
        </p:nvPicPr>
        <p:blipFill>
          <a:blip r:embed="rId2"/>
          <a:stretch>
            <a:fillRect/>
          </a:stretch>
        </p:blipFill>
        <p:spPr>
          <a:xfrm rot="15711272">
            <a:off x="10238551" y="-173627"/>
            <a:ext cx="2735393" cy="2644967"/>
          </a:xfrm>
          <a:prstGeom prst="rect">
            <a:avLst/>
          </a:prstGeom>
        </p:spPr>
      </p:pic>
      <p:pic>
        <p:nvPicPr>
          <p:cNvPr id="27" name="Picture 26">
            <a:extLst>
              <a:ext uri="{FF2B5EF4-FFF2-40B4-BE49-F238E27FC236}">
                <a16:creationId xmlns:a16="http://schemas.microsoft.com/office/drawing/2014/main" id="{2B9D56FC-1D87-CB4D-A416-5171E34CF7DD}"/>
              </a:ext>
            </a:extLst>
          </p:cNvPr>
          <p:cNvPicPr>
            <a:picLocks noChangeAspect="1"/>
          </p:cNvPicPr>
          <p:nvPr userDrawn="1"/>
        </p:nvPicPr>
        <p:blipFill>
          <a:blip r:embed="rId3"/>
          <a:stretch>
            <a:fillRect/>
          </a:stretch>
        </p:blipFill>
        <p:spPr>
          <a:xfrm rot="7499163">
            <a:off x="10482617" y="-6347"/>
            <a:ext cx="2150200" cy="2101332"/>
          </a:xfrm>
          <a:prstGeom prst="rect">
            <a:avLst/>
          </a:prstGeom>
        </p:spPr>
      </p:pic>
      <p:pic>
        <p:nvPicPr>
          <p:cNvPr id="28" name="Picture 27">
            <a:extLst>
              <a:ext uri="{FF2B5EF4-FFF2-40B4-BE49-F238E27FC236}">
                <a16:creationId xmlns:a16="http://schemas.microsoft.com/office/drawing/2014/main" id="{DBA833F3-491A-0747-B537-47F8EDE4DD7F}"/>
              </a:ext>
            </a:extLst>
          </p:cNvPr>
          <p:cNvPicPr>
            <a:picLocks noChangeAspect="1"/>
          </p:cNvPicPr>
          <p:nvPr userDrawn="1"/>
        </p:nvPicPr>
        <p:blipFill>
          <a:blip r:embed="rId2"/>
          <a:stretch>
            <a:fillRect/>
          </a:stretch>
        </p:blipFill>
        <p:spPr>
          <a:xfrm rot="5400000">
            <a:off x="-922626" y="5287866"/>
            <a:ext cx="2735393" cy="2644967"/>
          </a:xfrm>
          <a:prstGeom prst="rect">
            <a:avLst/>
          </a:prstGeom>
        </p:spPr>
      </p:pic>
      <p:pic>
        <p:nvPicPr>
          <p:cNvPr id="29" name="Picture 28">
            <a:extLst>
              <a:ext uri="{FF2B5EF4-FFF2-40B4-BE49-F238E27FC236}">
                <a16:creationId xmlns:a16="http://schemas.microsoft.com/office/drawing/2014/main" id="{D0C5A61A-83A6-B449-AC11-850E231E7DA4}"/>
              </a:ext>
            </a:extLst>
          </p:cNvPr>
          <p:cNvPicPr>
            <a:picLocks noChangeAspect="1"/>
          </p:cNvPicPr>
          <p:nvPr userDrawn="1"/>
        </p:nvPicPr>
        <p:blipFill>
          <a:blip r:embed="rId3"/>
          <a:stretch>
            <a:fillRect/>
          </a:stretch>
        </p:blipFill>
        <p:spPr>
          <a:xfrm rot="18787891">
            <a:off x="-678560" y="5455146"/>
            <a:ext cx="2150200" cy="2101332"/>
          </a:xfrm>
          <a:prstGeom prst="rect">
            <a:avLst/>
          </a:prstGeom>
        </p:spPr>
      </p:pic>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93474F63-A8F7-A94A-8D7E-AD57E72703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235523" y="3810000"/>
            <a:ext cx="558290" cy="558290"/>
          </a:xfrm>
          <a:prstGeom prst="rect">
            <a:avLst/>
          </a:prstGeom>
        </p:spPr>
      </p:pic>
      <p:pic>
        <p:nvPicPr>
          <p:cNvPr id="32" name="Graphic 31">
            <a:extLst>
              <a:ext uri="{FF2B5EF4-FFF2-40B4-BE49-F238E27FC236}">
                <a16:creationId xmlns:a16="http://schemas.microsoft.com/office/drawing/2014/main" id="{64256533-FCE9-C142-82FD-2B3118A172E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235523" y="2855556"/>
            <a:ext cx="558290" cy="558290"/>
          </a:xfrm>
          <a:prstGeom prst="rect">
            <a:avLst/>
          </a:prstGeom>
        </p:spPr>
      </p:pic>
      <p:pic>
        <p:nvPicPr>
          <p:cNvPr id="33" name="Graphic 32">
            <a:extLst>
              <a:ext uri="{FF2B5EF4-FFF2-40B4-BE49-F238E27FC236}">
                <a16:creationId xmlns:a16="http://schemas.microsoft.com/office/drawing/2014/main" id="{D7569A8F-79BB-9A4E-97F7-4D583BAD4B2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235523" y="1871630"/>
            <a:ext cx="558290" cy="558290"/>
          </a:xfrm>
          <a:prstGeom prst="rect">
            <a:avLst/>
          </a:prstGeom>
        </p:spPr>
      </p:pic>
      <p:pic>
        <p:nvPicPr>
          <p:cNvPr id="34" name="Graphic 33">
            <a:extLst>
              <a:ext uri="{FF2B5EF4-FFF2-40B4-BE49-F238E27FC236}">
                <a16:creationId xmlns:a16="http://schemas.microsoft.com/office/drawing/2014/main" id="{8C652DFE-6EB0-044F-8148-4AF984DBF25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235523" y="4767924"/>
            <a:ext cx="558290" cy="558290"/>
          </a:xfrm>
          <a:prstGeom prst="rect">
            <a:avLst/>
          </a:prstGeom>
        </p:spPr>
      </p:pic>
    </p:spTree>
    <p:extLst>
      <p:ext uri="{BB962C8B-B14F-4D97-AF65-F5344CB8AC3E}">
        <p14:creationId xmlns:p14="http://schemas.microsoft.com/office/powerpoint/2010/main" val="40566223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ght_2_Colum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6A8A441-5DAD-0243-8762-921C4D1F7807}"/>
              </a:ext>
            </a:extLst>
          </p:cNvPr>
          <p:cNvSpPr>
            <a:spLocks noGrp="1"/>
          </p:cNvSpPr>
          <p:nvPr>
            <p:ph type="body" sz="quarter" idx="10" hasCustomPrompt="1"/>
          </p:nvPr>
        </p:nvSpPr>
        <p:spPr>
          <a:xfrm>
            <a:off x="1286252" y="1647610"/>
            <a:ext cx="4072774" cy="4126611"/>
          </a:xfrm>
          <a:prstGeom prst="rect">
            <a:avLst/>
          </a:prstGeom>
        </p:spPr>
        <p:txBody>
          <a:bodyPr/>
          <a:lstStyle>
            <a:lvl1pPr indent="-365760">
              <a:lnSpc>
                <a:spcPct val="200000"/>
              </a:lnSpc>
              <a:spcBef>
                <a:spcPts val="0"/>
              </a:spcBef>
              <a:spcAft>
                <a:spcPts val="0"/>
              </a:spcAft>
              <a:buFont typeface="Arial" panose="020B0604020202020204" pitchFamily="34" charset="0"/>
              <a:buChar char="•"/>
              <a:defRPr sz="2000">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Headline One</a:t>
            </a:r>
          </a:p>
          <a:p>
            <a:pPr lvl="0"/>
            <a:r>
              <a:rPr lang="en-US"/>
              <a:t>Headline Two</a:t>
            </a:r>
          </a:p>
          <a:p>
            <a:pPr lvl="0"/>
            <a:r>
              <a:rPr lang="en-US"/>
              <a:t>Headline Three</a:t>
            </a:r>
          </a:p>
          <a:p>
            <a:pPr lvl="0"/>
            <a:r>
              <a:rPr lang="en-US"/>
              <a:t>Headline Four</a:t>
            </a:r>
          </a:p>
          <a:p>
            <a:pPr lvl="0"/>
            <a:r>
              <a:rPr lang="en-US"/>
              <a:t>Headline Five</a:t>
            </a:r>
          </a:p>
          <a:p>
            <a:pPr lvl="0"/>
            <a:r>
              <a:rPr lang="en-US"/>
              <a:t>Headline Six</a:t>
            </a:r>
          </a:p>
        </p:txBody>
      </p:sp>
      <p:sp>
        <p:nvSpPr>
          <p:cNvPr id="31" name="Text Placeholder 3">
            <a:extLst>
              <a:ext uri="{FF2B5EF4-FFF2-40B4-BE49-F238E27FC236}">
                <a16:creationId xmlns:a16="http://schemas.microsoft.com/office/drawing/2014/main" id="{DD37FCBA-A0A7-274E-854A-A2E4D3059C7F}"/>
              </a:ext>
            </a:extLst>
          </p:cNvPr>
          <p:cNvSpPr>
            <a:spLocks noGrp="1"/>
          </p:cNvSpPr>
          <p:nvPr>
            <p:ph type="body" sz="quarter" idx="11" hasCustomPrompt="1"/>
          </p:nvPr>
        </p:nvSpPr>
        <p:spPr>
          <a:xfrm>
            <a:off x="6840746" y="1647610"/>
            <a:ext cx="4072774" cy="4126611"/>
          </a:xfrm>
          <a:prstGeom prst="rect">
            <a:avLst/>
          </a:prstGeom>
        </p:spPr>
        <p:txBody>
          <a:bodyPr/>
          <a:lstStyle>
            <a:lvl1pPr indent="-365760">
              <a:lnSpc>
                <a:spcPct val="200000"/>
              </a:lnSpc>
              <a:spcBef>
                <a:spcPts val="0"/>
              </a:spcBef>
              <a:spcAft>
                <a:spcPts val="0"/>
              </a:spcAft>
              <a:buFont typeface="Arial" panose="020B0604020202020204" pitchFamily="34" charset="0"/>
              <a:buChar char="•"/>
              <a:defRPr sz="2000">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Headline One</a:t>
            </a:r>
          </a:p>
          <a:p>
            <a:pPr lvl="0"/>
            <a:r>
              <a:rPr lang="en-US"/>
              <a:t>Headline Two</a:t>
            </a:r>
          </a:p>
          <a:p>
            <a:pPr lvl="0"/>
            <a:r>
              <a:rPr lang="en-US"/>
              <a:t>Headline Three</a:t>
            </a:r>
          </a:p>
          <a:p>
            <a:pPr lvl="0"/>
            <a:r>
              <a:rPr lang="en-US"/>
              <a:t>Headline Four</a:t>
            </a:r>
          </a:p>
          <a:p>
            <a:pPr lvl="0"/>
            <a:r>
              <a:rPr lang="en-US"/>
              <a:t>Headline Five</a:t>
            </a:r>
          </a:p>
          <a:p>
            <a:pPr lvl="0"/>
            <a:r>
              <a:rPr lang="en-US"/>
              <a:t>Headline Six</a:t>
            </a:r>
          </a:p>
        </p:txBody>
      </p:sp>
      <p:pic>
        <p:nvPicPr>
          <p:cNvPr id="26" name="Picture 25">
            <a:extLst>
              <a:ext uri="{FF2B5EF4-FFF2-40B4-BE49-F238E27FC236}">
                <a16:creationId xmlns:a16="http://schemas.microsoft.com/office/drawing/2014/main" id="{ED93B2EB-A04A-6547-A75D-FBC482A9B69D}"/>
              </a:ext>
            </a:extLst>
          </p:cNvPr>
          <p:cNvPicPr>
            <a:picLocks noChangeAspect="1"/>
          </p:cNvPicPr>
          <p:nvPr userDrawn="1"/>
        </p:nvPicPr>
        <p:blipFill>
          <a:blip r:embed="rId2"/>
          <a:stretch>
            <a:fillRect/>
          </a:stretch>
        </p:blipFill>
        <p:spPr>
          <a:xfrm rot="15711272">
            <a:off x="10238551" y="-173627"/>
            <a:ext cx="2735393" cy="2644967"/>
          </a:xfrm>
          <a:prstGeom prst="rect">
            <a:avLst/>
          </a:prstGeom>
        </p:spPr>
      </p:pic>
      <p:pic>
        <p:nvPicPr>
          <p:cNvPr id="27" name="Picture 26">
            <a:extLst>
              <a:ext uri="{FF2B5EF4-FFF2-40B4-BE49-F238E27FC236}">
                <a16:creationId xmlns:a16="http://schemas.microsoft.com/office/drawing/2014/main" id="{2B9D56FC-1D87-CB4D-A416-5171E34CF7DD}"/>
              </a:ext>
            </a:extLst>
          </p:cNvPr>
          <p:cNvPicPr>
            <a:picLocks noChangeAspect="1"/>
          </p:cNvPicPr>
          <p:nvPr userDrawn="1"/>
        </p:nvPicPr>
        <p:blipFill>
          <a:blip r:embed="rId3"/>
          <a:stretch>
            <a:fillRect/>
          </a:stretch>
        </p:blipFill>
        <p:spPr>
          <a:xfrm rot="7499163">
            <a:off x="10482617" y="-6347"/>
            <a:ext cx="2150200" cy="2101332"/>
          </a:xfrm>
          <a:prstGeom prst="rect">
            <a:avLst/>
          </a:prstGeom>
        </p:spPr>
      </p:pic>
      <p:pic>
        <p:nvPicPr>
          <p:cNvPr id="28" name="Picture 27">
            <a:extLst>
              <a:ext uri="{FF2B5EF4-FFF2-40B4-BE49-F238E27FC236}">
                <a16:creationId xmlns:a16="http://schemas.microsoft.com/office/drawing/2014/main" id="{DBA833F3-491A-0747-B537-47F8EDE4DD7F}"/>
              </a:ext>
            </a:extLst>
          </p:cNvPr>
          <p:cNvPicPr>
            <a:picLocks noChangeAspect="1"/>
          </p:cNvPicPr>
          <p:nvPr userDrawn="1"/>
        </p:nvPicPr>
        <p:blipFill>
          <a:blip r:embed="rId2"/>
          <a:stretch>
            <a:fillRect/>
          </a:stretch>
        </p:blipFill>
        <p:spPr>
          <a:xfrm rot="5400000">
            <a:off x="-922626" y="5287866"/>
            <a:ext cx="2735393" cy="2644967"/>
          </a:xfrm>
          <a:prstGeom prst="rect">
            <a:avLst/>
          </a:prstGeom>
        </p:spPr>
      </p:pic>
      <p:pic>
        <p:nvPicPr>
          <p:cNvPr id="29" name="Picture 28">
            <a:extLst>
              <a:ext uri="{FF2B5EF4-FFF2-40B4-BE49-F238E27FC236}">
                <a16:creationId xmlns:a16="http://schemas.microsoft.com/office/drawing/2014/main" id="{D0C5A61A-83A6-B449-AC11-850E231E7DA4}"/>
              </a:ext>
            </a:extLst>
          </p:cNvPr>
          <p:cNvPicPr>
            <a:picLocks noChangeAspect="1"/>
          </p:cNvPicPr>
          <p:nvPr userDrawn="1"/>
        </p:nvPicPr>
        <p:blipFill>
          <a:blip r:embed="rId3"/>
          <a:stretch>
            <a:fillRect/>
          </a:stretch>
        </p:blipFill>
        <p:spPr>
          <a:xfrm rot="18787891">
            <a:off x="-678560" y="5455146"/>
            <a:ext cx="2150200" cy="2101332"/>
          </a:xfrm>
          <a:prstGeom prst="rect">
            <a:avLst/>
          </a:prstGeom>
        </p:spPr>
      </p:pic>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87026E9-3198-2144-9AA4-DBCF5F766AF6}"/>
              </a:ext>
            </a:extLst>
          </p:cNvPr>
          <p:cNvCxnSpPr/>
          <p:nvPr userDrawn="1"/>
        </p:nvCxnSpPr>
        <p:spPr>
          <a:xfrm>
            <a:off x="6096000" y="1953890"/>
            <a:ext cx="0" cy="382033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2298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ight_Chart_1">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B2D4B8E5-E4E6-C544-AE49-3D119CD3CF45}"/>
              </a:ext>
            </a:extLst>
          </p:cNvPr>
          <p:cNvSpPr>
            <a:spLocks noGrp="1"/>
          </p:cNvSpPr>
          <p:nvPr>
            <p:ph type="body" sz="quarter" idx="16" hasCustomPrompt="1"/>
          </p:nvPr>
        </p:nvSpPr>
        <p:spPr>
          <a:xfrm>
            <a:off x="9897313" y="3105282"/>
            <a:ext cx="1188720" cy="411480"/>
          </a:xfrm>
          <a:prstGeom prst="rect">
            <a:avLst/>
          </a:prstGeom>
        </p:spPr>
        <p:txBody>
          <a:bodyPr/>
          <a:lstStyle>
            <a:lvl1pPr marL="0" indent="0" algn="ctr">
              <a:buNone/>
              <a:defRPr sz="2800" spc="-100" baseline="0">
                <a:latin typeface="+mj-lt"/>
              </a:defRPr>
            </a:lvl1pPr>
            <a:lvl2pPr algn="ctr">
              <a:buNone/>
              <a:defRPr sz="2800">
                <a:latin typeface="+mj-lt"/>
              </a:defRPr>
            </a:lvl2pPr>
            <a:lvl3pPr algn="ctr">
              <a:buNone/>
              <a:defRPr sz="2800">
                <a:latin typeface="+mj-lt"/>
              </a:defRPr>
            </a:lvl3pPr>
            <a:lvl4pPr algn="ctr">
              <a:buNone/>
              <a:defRPr sz="2800">
                <a:latin typeface="+mj-lt"/>
              </a:defRPr>
            </a:lvl4pPr>
            <a:lvl5pPr algn="ctr">
              <a:buNone/>
              <a:defRPr sz="2800">
                <a:latin typeface="+mj-lt"/>
              </a:defRPr>
            </a:lvl5pPr>
          </a:lstStyle>
          <a:p>
            <a:pPr lvl="0"/>
            <a:r>
              <a:rPr lang="en-US"/>
              <a:t>91%</a:t>
            </a:r>
          </a:p>
        </p:txBody>
      </p:sp>
      <p:sp>
        <p:nvSpPr>
          <p:cNvPr id="44" name="Text Placeholder 4">
            <a:extLst>
              <a:ext uri="{FF2B5EF4-FFF2-40B4-BE49-F238E27FC236}">
                <a16:creationId xmlns:a16="http://schemas.microsoft.com/office/drawing/2014/main" id="{72FD4A38-E4F3-2A4F-ABA4-6D4EF2A29B00}"/>
              </a:ext>
            </a:extLst>
          </p:cNvPr>
          <p:cNvSpPr>
            <a:spLocks noGrp="1"/>
          </p:cNvSpPr>
          <p:nvPr>
            <p:ph type="body" sz="quarter" idx="17" hasCustomPrompt="1"/>
          </p:nvPr>
        </p:nvSpPr>
        <p:spPr>
          <a:xfrm>
            <a:off x="9897313" y="4924354"/>
            <a:ext cx="1188720" cy="411480"/>
          </a:xfrm>
          <a:prstGeom prst="rect">
            <a:avLst/>
          </a:prstGeom>
        </p:spPr>
        <p:txBody>
          <a:bodyPr/>
          <a:lstStyle>
            <a:lvl1pPr marL="0" indent="0" algn="ctr">
              <a:buNone/>
              <a:defRPr sz="2800" spc="-100" baseline="0">
                <a:latin typeface="+mj-lt"/>
              </a:defRPr>
            </a:lvl1pPr>
            <a:lvl2pPr algn="ctr">
              <a:buNone/>
              <a:defRPr sz="2800">
                <a:latin typeface="+mj-lt"/>
              </a:defRPr>
            </a:lvl2pPr>
            <a:lvl3pPr algn="ctr">
              <a:buNone/>
              <a:defRPr sz="2800">
                <a:latin typeface="+mj-lt"/>
              </a:defRPr>
            </a:lvl3pPr>
            <a:lvl4pPr algn="ctr">
              <a:buNone/>
              <a:defRPr sz="2800">
                <a:latin typeface="+mj-lt"/>
              </a:defRPr>
            </a:lvl4pPr>
            <a:lvl5pPr algn="ctr">
              <a:buNone/>
              <a:defRPr sz="2800">
                <a:latin typeface="+mj-lt"/>
              </a:defRPr>
            </a:lvl5pPr>
          </a:lstStyle>
          <a:p>
            <a:pPr lvl="0"/>
            <a:r>
              <a:rPr lang="en-US"/>
              <a:t>66%</a:t>
            </a:r>
          </a:p>
        </p:txBody>
      </p:sp>
      <p:sp>
        <p:nvSpPr>
          <p:cNvPr id="5" name="Text Placeholder 4">
            <a:extLst>
              <a:ext uri="{FF2B5EF4-FFF2-40B4-BE49-F238E27FC236}">
                <a16:creationId xmlns:a16="http://schemas.microsoft.com/office/drawing/2014/main" id="{7CED7F60-407B-4949-9241-7376E03C4CE3}"/>
              </a:ext>
            </a:extLst>
          </p:cNvPr>
          <p:cNvSpPr>
            <a:spLocks noGrp="1"/>
          </p:cNvSpPr>
          <p:nvPr userDrawn="1">
            <p:ph type="body" sz="quarter" idx="12" hasCustomPrompt="1"/>
          </p:nvPr>
        </p:nvSpPr>
        <p:spPr>
          <a:xfrm>
            <a:off x="9897313" y="1811503"/>
            <a:ext cx="1188720" cy="411480"/>
          </a:xfrm>
          <a:prstGeom prst="rect">
            <a:avLst/>
          </a:prstGeom>
        </p:spPr>
        <p:txBody>
          <a:bodyPr/>
          <a:lstStyle>
            <a:lvl1pPr marL="0" indent="0" algn="ctr">
              <a:buNone/>
              <a:defRPr sz="2800" spc="-100" baseline="0">
                <a:latin typeface="+mj-lt"/>
              </a:defRPr>
            </a:lvl1pPr>
            <a:lvl2pPr algn="ctr">
              <a:buNone/>
              <a:defRPr sz="2800">
                <a:latin typeface="+mj-lt"/>
              </a:defRPr>
            </a:lvl2pPr>
            <a:lvl3pPr algn="ctr">
              <a:buNone/>
              <a:defRPr sz="2800">
                <a:latin typeface="+mj-lt"/>
              </a:defRPr>
            </a:lvl3pPr>
            <a:lvl4pPr algn="ctr">
              <a:buNone/>
              <a:defRPr sz="2800">
                <a:latin typeface="+mj-lt"/>
              </a:defRPr>
            </a:lvl4pPr>
            <a:lvl5pPr algn="ctr">
              <a:buNone/>
              <a:defRPr sz="2800">
                <a:latin typeface="+mj-lt"/>
              </a:defRPr>
            </a:lvl5pPr>
          </a:lstStyle>
          <a:p>
            <a:pPr lvl="0"/>
            <a:r>
              <a:rPr lang="en-US"/>
              <a:t>54.8M</a:t>
            </a:r>
          </a:p>
        </p:txBody>
      </p:sp>
      <p:sp>
        <p:nvSpPr>
          <p:cNvPr id="8" name="Text Placeholder 7">
            <a:extLst>
              <a:ext uri="{FF2B5EF4-FFF2-40B4-BE49-F238E27FC236}">
                <a16:creationId xmlns:a16="http://schemas.microsoft.com/office/drawing/2014/main" id="{52554455-678C-854D-B817-A54840F2CDF1}"/>
              </a:ext>
            </a:extLst>
          </p:cNvPr>
          <p:cNvSpPr>
            <a:spLocks noGrp="1"/>
          </p:cNvSpPr>
          <p:nvPr userDrawn="1">
            <p:ph type="body" sz="quarter" idx="13" hasCustomPrompt="1"/>
          </p:nvPr>
        </p:nvSpPr>
        <p:spPr>
          <a:xfrm>
            <a:off x="9952825" y="2189258"/>
            <a:ext cx="1070549" cy="379109"/>
          </a:xfrm>
          <a:prstGeom prst="rect">
            <a:avLst/>
          </a:prstGeom>
        </p:spPr>
        <p:txBody>
          <a:bodyPr/>
          <a:lstStyle>
            <a:lvl1pPr marL="0" indent="0" algn="ctr">
              <a:lnSpc>
                <a:spcPct val="100000"/>
              </a:lnSpc>
              <a:buNone/>
              <a:defRPr sz="1000" b="0" i="0">
                <a:latin typeface="Roboto Medium" panose="02000000000000000000" pitchFamily="2" charset="0"/>
                <a:ea typeface="Roboto Medium" panose="02000000000000000000" pitchFamily="2" charset="0"/>
                <a:cs typeface="Roboto Medium" panose="02000000000000000000" pitchFamily="2" charset="0"/>
              </a:defRPr>
            </a:lvl1pPr>
            <a:lvl2pPr>
              <a:buNone/>
              <a:defRPr sz="1000"/>
            </a:lvl2pPr>
            <a:lvl3pPr>
              <a:buNone/>
              <a:defRPr sz="1000"/>
            </a:lvl3pPr>
            <a:lvl4pPr>
              <a:buNone/>
              <a:defRPr sz="1000"/>
            </a:lvl4pPr>
            <a:lvl5pPr>
              <a:buNone/>
              <a:defRPr sz="1000"/>
            </a:lvl5pPr>
          </a:lstStyle>
          <a:p>
            <a:pPr lvl="0"/>
            <a:r>
              <a:rPr lang="en-US"/>
              <a:t>Orders Shipped in FY2018</a:t>
            </a:r>
          </a:p>
        </p:txBody>
      </p:sp>
      <p:sp>
        <p:nvSpPr>
          <p:cNvPr id="15" name="Text Placeholder 4">
            <a:extLst>
              <a:ext uri="{FF2B5EF4-FFF2-40B4-BE49-F238E27FC236}">
                <a16:creationId xmlns:a16="http://schemas.microsoft.com/office/drawing/2014/main" id="{1851909F-627D-4449-8A3C-9160D5388365}"/>
              </a:ext>
            </a:extLst>
          </p:cNvPr>
          <p:cNvSpPr>
            <a:spLocks noGrp="1"/>
          </p:cNvSpPr>
          <p:nvPr>
            <p:ph type="body" sz="quarter" idx="10" hasCustomPrompt="1"/>
          </p:nvPr>
        </p:nvSpPr>
        <p:spPr>
          <a:xfrm>
            <a:off x="530605" y="1735995"/>
            <a:ext cx="2324639" cy="637553"/>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Chart Headline Can Go Here</a:t>
            </a:r>
          </a:p>
        </p:txBody>
      </p:sp>
      <p:sp>
        <p:nvSpPr>
          <p:cNvPr id="19" name="Text Placeholder 9">
            <a:extLst>
              <a:ext uri="{FF2B5EF4-FFF2-40B4-BE49-F238E27FC236}">
                <a16:creationId xmlns:a16="http://schemas.microsoft.com/office/drawing/2014/main" id="{53E07DB9-D197-C34A-80B3-DE3861AD269A}"/>
              </a:ext>
            </a:extLst>
          </p:cNvPr>
          <p:cNvSpPr>
            <a:spLocks noGrp="1"/>
          </p:cNvSpPr>
          <p:nvPr>
            <p:ph type="body" sz="quarter" idx="11" hasCustomPrompt="1"/>
          </p:nvPr>
        </p:nvSpPr>
        <p:spPr>
          <a:xfrm>
            <a:off x="536264" y="2344364"/>
            <a:ext cx="2318982" cy="3112853"/>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a:p>
            <a:pPr lvl="0"/>
            <a:endParaRPr lang="en-US"/>
          </a:p>
          <a:p>
            <a:pPr lvl="0"/>
            <a:r>
              <a:rPr lang="en-US"/>
              <a:t>Here’s some placeholder text. Delete this text and add your own text. Here’s some placeholder text. Delete this text and add your own text. Here’s some placeholder text. Delete this text and add your own text. Here’s some placeholder text. Delete this text and add your own text.</a:t>
            </a:r>
          </a:p>
        </p:txBody>
      </p:sp>
      <p:pic>
        <p:nvPicPr>
          <p:cNvPr id="28" name="Picture 27">
            <a:extLst>
              <a:ext uri="{FF2B5EF4-FFF2-40B4-BE49-F238E27FC236}">
                <a16:creationId xmlns:a16="http://schemas.microsoft.com/office/drawing/2014/main" id="{DBA833F3-491A-0747-B537-47F8EDE4DD7F}"/>
              </a:ext>
            </a:extLst>
          </p:cNvPr>
          <p:cNvPicPr>
            <a:picLocks noChangeAspect="1"/>
          </p:cNvPicPr>
          <p:nvPr userDrawn="1"/>
        </p:nvPicPr>
        <p:blipFill>
          <a:blip r:embed="rId2"/>
          <a:stretch>
            <a:fillRect/>
          </a:stretch>
        </p:blipFill>
        <p:spPr>
          <a:xfrm rot="5400000">
            <a:off x="-922626" y="5287866"/>
            <a:ext cx="2735393" cy="2644967"/>
          </a:xfrm>
          <a:prstGeom prst="rect">
            <a:avLst/>
          </a:prstGeom>
        </p:spPr>
      </p:pic>
      <p:pic>
        <p:nvPicPr>
          <p:cNvPr id="29" name="Picture 28">
            <a:extLst>
              <a:ext uri="{FF2B5EF4-FFF2-40B4-BE49-F238E27FC236}">
                <a16:creationId xmlns:a16="http://schemas.microsoft.com/office/drawing/2014/main" id="{D0C5A61A-83A6-B449-AC11-850E231E7DA4}"/>
              </a:ext>
            </a:extLst>
          </p:cNvPr>
          <p:cNvPicPr>
            <a:picLocks noChangeAspect="1"/>
          </p:cNvPicPr>
          <p:nvPr userDrawn="1"/>
        </p:nvPicPr>
        <p:blipFill>
          <a:blip r:embed="rId3"/>
          <a:stretch>
            <a:fillRect/>
          </a:stretch>
        </p:blipFill>
        <p:spPr>
          <a:xfrm rot="18787891">
            <a:off x="-678560" y="5455146"/>
            <a:ext cx="2150200" cy="2101332"/>
          </a:xfrm>
          <a:prstGeom prst="rect">
            <a:avLst/>
          </a:prstGeom>
        </p:spPr>
      </p:pic>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pic>
        <p:nvPicPr>
          <p:cNvPr id="24" name="Graphic 23">
            <a:extLst>
              <a:ext uri="{FF2B5EF4-FFF2-40B4-BE49-F238E27FC236}">
                <a16:creationId xmlns:a16="http://schemas.microsoft.com/office/drawing/2014/main" id="{8E1B22CE-9232-F342-9778-7F9ED813FFA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1822" y="1257142"/>
            <a:ext cx="853440" cy="640080"/>
          </a:xfrm>
          <a:prstGeom prst="rect">
            <a:avLst/>
          </a:prstGeom>
        </p:spPr>
      </p:pic>
      <p:cxnSp>
        <p:nvCxnSpPr>
          <p:cNvPr id="38" name="Straight Connector 37">
            <a:extLst>
              <a:ext uri="{FF2B5EF4-FFF2-40B4-BE49-F238E27FC236}">
                <a16:creationId xmlns:a16="http://schemas.microsoft.com/office/drawing/2014/main" id="{D925FBF3-662B-8D46-88B1-B27C1BA5D4C0}"/>
              </a:ext>
            </a:extLst>
          </p:cNvPr>
          <p:cNvCxnSpPr>
            <a:cxnSpLocks/>
          </p:cNvCxnSpPr>
          <p:nvPr userDrawn="1"/>
        </p:nvCxnSpPr>
        <p:spPr>
          <a:xfrm>
            <a:off x="9349740" y="1371600"/>
            <a:ext cx="0" cy="49149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9" name="Text Placeholder 7">
            <a:extLst>
              <a:ext uri="{FF2B5EF4-FFF2-40B4-BE49-F238E27FC236}">
                <a16:creationId xmlns:a16="http://schemas.microsoft.com/office/drawing/2014/main" id="{13E90C6D-35CC-A84A-B4A7-CDE4F29E7645}"/>
              </a:ext>
            </a:extLst>
          </p:cNvPr>
          <p:cNvSpPr>
            <a:spLocks noGrp="1"/>
          </p:cNvSpPr>
          <p:nvPr userDrawn="1">
            <p:ph type="body" sz="quarter" idx="14" hasCustomPrompt="1"/>
          </p:nvPr>
        </p:nvSpPr>
        <p:spPr>
          <a:xfrm>
            <a:off x="9822043" y="3862154"/>
            <a:ext cx="1312998" cy="542157"/>
          </a:xfrm>
          <a:prstGeom prst="rect">
            <a:avLst/>
          </a:prstGeom>
        </p:spPr>
        <p:txBody>
          <a:bodyPr/>
          <a:lstStyle>
            <a:lvl1pPr marL="0" indent="0" algn="ctr">
              <a:lnSpc>
                <a:spcPct val="100000"/>
              </a:lnSpc>
              <a:buNone/>
              <a:defRPr sz="1000" b="0" i="0">
                <a:latin typeface="Roboto Medium" panose="02000000000000000000" pitchFamily="2" charset="0"/>
                <a:ea typeface="Roboto Medium" panose="02000000000000000000" pitchFamily="2" charset="0"/>
                <a:cs typeface="Roboto Medium" panose="02000000000000000000" pitchFamily="2" charset="0"/>
              </a:defRPr>
            </a:lvl1pPr>
            <a:lvl2pPr>
              <a:buNone/>
              <a:defRPr sz="1000"/>
            </a:lvl2pPr>
            <a:lvl3pPr>
              <a:buNone/>
              <a:defRPr sz="1000"/>
            </a:lvl3pPr>
            <a:lvl4pPr>
              <a:buNone/>
              <a:defRPr sz="1000"/>
            </a:lvl4pPr>
            <a:lvl5pPr>
              <a:buNone/>
              <a:defRPr sz="1000"/>
            </a:lvl5pPr>
          </a:lstStyle>
          <a:p>
            <a:pPr lvl="0"/>
            <a:r>
              <a:rPr lang="en-US"/>
              <a:t>Revenue Generated from Repeat Customers</a:t>
            </a:r>
          </a:p>
        </p:txBody>
      </p:sp>
      <p:sp>
        <p:nvSpPr>
          <p:cNvPr id="40" name="Text Placeholder 7">
            <a:extLst>
              <a:ext uri="{FF2B5EF4-FFF2-40B4-BE49-F238E27FC236}">
                <a16:creationId xmlns:a16="http://schemas.microsoft.com/office/drawing/2014/main" id="{7568AEAA-A550-834C-BD74-A8AFD25D04B1}"/>
              </a:ext>
            </a:extLst>
          </p:cNvPr>
          <p:cNvSpPr>
            <a:spLocks noGrp="1"/>
          </p:cNvSpPr>
          <p:nvPr userDrawn="1">
            <p:ph type="body" sz="quarter" idx="15" hasCustomPrompt="1"/>
          </p:nvPr>
        </p:nvSpPr>
        <p:spPr>
          <a:xfrm>
            <a:off x="9822043" y="5671498"/>
            <a:ext cx="1312998" cy="542157"/>
          </a:xfrm>
          <a:prstGeom prst="rect">
            <a:avLst/>
          </a:prstGeom>
        </p:spPr>
        <p:txBody>
          <a:bodyPr/>
          <a:lstStyle>
            <a:lvl1pPr marL="0" indent="0" algn="ctr">
              <a:lnSpc>
                <a:spcPct val="100000"/>
              </a:lnSpc>
              <a:buNone/>
              <a:defRPr sz="1000" b="0" i="0">
                <a:latin typeface="Roboto Medium" panose="02000000000000000000" pitchFamily="2" charset="0"/>
                <a:ea typeface="Roboto Medium" panose="02000000000000000000" pitchFamily="2" charset="0"/>
                <a:cs typeface="Roboto Medium" panose="02000000000000000000" pitchFamily="2" charset="0"/>
              </a:defRPr>
            </a:lvl1pPr>
            <a:lvl2pPr>
              <a:buNone/>
              <a:defRPr sz="1000"/>
            </a:lvl2pPr>
            <a:lvl3pPr>
              <a:buNone/>
              <a:defRPr sz="1000"/>
            </a:lvl3pPr>
            <a:lvl4pPr>
              <a:buNone/>
              <a:defRPr sz="1000"/>
            </a:lvl4pPr>
            <a:lvl5pPr>
              <a:buNone/>
              <a:defRPr sz="1000"/>
            </a:lvl5pPr>
          </a:lstStyle>
          <a:p>
            <a:pPr lvl="0"/>
            <a:r>
              <a:rPr lang="en-US"/>
              <a:t>Revenue Generated from </a:t>
            </a:r>
            <a:r>
              <a:rPr lang="en-US" err="1"/>
              <a:t>Autoship</a:t>
            </a:r>
            <a:r>
              <a:rPr lang="en-US"/>
              <a:t> Customers</a:t>
            </a:r>
          </a:p>
        </p:txBody>
      </p:sp>
    </p:spTree>
    <p:extLst>
      <p:ext uri="{BB962C8B-B14F-4D97-AF65-F5344CB8AC3E}">
        <p14:creationId xmlns:p14="http://schemas.microsoft.com/office/powerpoint/2010/main" val="26761387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ght_Chart_2">
    <p:spTree>
      <p:nvGrpSpPr>
        <p:cNvPr id="1" name=""/>
        <p:cNvGrpSpPr/>
        <p:nvPr/>
      </p:nvGrpSpPr>
      <p:grpSpPr>
        <a:xfrm>
          <a:off x="0" y="0"/>
          <a:ext cx="0" cy="0"/>
          <a:chOff x="0" y="0"/>
          <a:chExt cx="0" cy="0"/>
        </a:xfrm>
      </p:grpSpPr>
      <p:sp>
        <p:nvSpPr>
          <p:cNvPr id="19" name="Text Placeholder 9">
            <a:extLst>
              <a:ext uri="{FF2B5EF4-FFF2-40B4-BE49-F238E27FC236}">
                <a16:creationId xmlns:a16="http://schemas.microsoft.com/office/drawing/2014/main" id="{53E07DB9-D197-C34A-80B3-DE3861AD269A}"/>
              </a:ext>
            </a:extLst>
          </p:cNvPr>
          <p:cNvSpPr>
            <a:spLocks noGrp="1"/>
          </p:cNvSpPr>
          <p:nvPr>
            <p:ph type="body" sz="quarter" idx="11" hasCustomPrompt="1"/>
          </p:nvPr>
        </p:nvSpPr>
        <p:spPr>
          <a:xfrm>
            <a:off x="5057744" y="1781717"/>
            <a:ext cx="6013481" cy="830996"/>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Here’s some placeholder text. Delete this text and add your own text. Here’s some placeholder text. Delete this text and add your own text. </a:t>
            </a:r>
          </a:p>
        </p:txBody>
      </p:sp>
      <p:sp>
        <p:nvSpPr>
          <p:cNvPr id="25" name="Text Placeholder 4">
            <a:extLst>
              <a:ext uri="{FF2B5EF4-FFF2-40B4-BE49-F238E27FC236}">
                <a16:creationId xmlns:a16="http://schemas.microsoft.com/office/drawing/2014/main" id="{3266DDA6-61A6-FC40-9784-F8E7BDFEA385}"/>
              </a:ext>
            </a:extLst>
          </p:cNvPr>
          <p:cNvSpPr>
            <a:spLocks noGrp="1"/>
          </p:cNvSpPr>
          <p:nvPr>
            <p:ph type="body" sz="quarter" idx="10" hasCustomPrompt="1"/>
          </p:nvPr>
        </p:nvSpPr>
        <p:spPr>
          <a:xfrm>
            <a:off x="5039290" y="2835232"/>
            <a:ext cx="2103120" cy="402336"/>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Chart Headline</a:t>
            </a:r>
          </a:p>
        </p:txBody>
      </p:sp>
      <p:sp>
        <p:nvSpPr>
          <p:cNvPr id="26" name="Text Placeholder 4">
            <a:extLst>
              <a:ext uri="{FF2B5EF4-FFF2-40B4-BE49-F238E27FC236}">
                <a16:creationId xmlns:a16="http://schemas.microsoft.com/office/drawing/2014/main" id="{CEE07399-9F57-7E4D-9753-DA1E3A1C2052}"/>
              </a:ext>
            </a:extLst>
          </p:cNvPr>
          <p:cNvSpPr>
            <a:spLocks noGrp="1"/>
          </p:cNvSpPr>
          <p:nvPr>
            <p:ph type="body" sz="quarter" idx="12" hasCustomPrompt="1"/>
          </p:nvPr>
        </p:nvSpPr>
        <p:spPr>
          <a:xfrm>
            <a:off x="8361842" y="2835232"/>
            <a:ext cx="2103120" cy="402336"/>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Chart Headline</a:t>
            </a:r>
          </a:p>
        </p:txBody>
      </p:sp>
      <p:pic>
        <p:nvPicPr>
          <p:cNvPr id="20" name="Picture 19" descr="A person holding a cat&#10;&#10;Description automatically generated">
            <a:extLst>
              <a:ext uri="{FF2B5EF4-FFF2-40B4-BE49-F238E27FC236}">
                <a16:creationId xmlns:a16="http://schemas.microsoft.com/office/drawing/2014/main" id="{FCD081F7-75C7-E04D-A3F0-7FE85A0FDD1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753" y="907676"/>
            <a:ext cx="4164318" cy="5950323"/>
          </a:xfrm>
          <a:prstGeom prst="rect">
            <a:avLst/>
          </a:prstGeom>
        </p:spPr>
      </p:pic>
      <p:pic>
        <p:nvPicPr>
          <p:cNvPr id="28" name="Picture 27">
            <a:extLst>
              <a:ext uri="{FF2B5EF4-FFF2-40B4-BE49-F238E27FC236}">
                <a16:creationId xmlns:a16="http://schemas.microsoft.com/office/drawing/2014/main" id="{DBA833F3-491A-0747-B537-47F8EDE4DD7F}"/>
              </a:ext>
            </a:extLst>
          </p:cNvPr>
          <p:cNvPicPr>
            <a:picLocks noChangeAspect="1"/>
          </p:cNvPicPr>
          <p:nvPr userDrawn="1"/>
        </p:nvPicPr>
        <p:blipFill>
          <a:blip r:embed="rId3"/>
          <a:stretch>
            <a:fillRect/>
          </a:stretch>
        </p:blipFill>
        <p:spPr>
          <a:xfrm rot="5400000">
            <a:off x="-922626" y="5287866"/>
            <a:ext cx="2735393" cy="2644967"/>
          </a:xfrm>
          <a:prstGeom prst="rect">
            <a:avLst/>
          </a:prstGeom>
        </p:spPr>
      </p:pic>
      <p:pic>
        <p:nvPicPr>
          <p:cNvPr id="29" name="Picture 28">
            <a:extLst>
              <a:ext uri="{FF2B5EF4-FFF2-40B4-BE49-F238E27FC236}">
                <a16:creationId xmlns:a16="http://schemas.microsoft.com/office/drawing/2014/main" id="{D0C5A61A-83A6-B449-AC11-850E231E7DA4}"/>
              </a:ext>
            </a:extLst>
          </p:cNvPr>
          <p:cNvPicPr>
            <a:picLocks noChangeAspect="1"/>
          </p:cNvPicPr>
          <p:nvPr userDrawn="1"/>
        </p:nvPicPr>
        <p:blipFill>
          <a:blip r:embed="rId4"/>
          <a:stretch>
            <a:fillRect/>
          </a:stretch>
        </p:blipFill>
        <p:spPr>
          <a:xfrm rot="18787891">
            <a:off x="-678560" y="5455146"/>
            <a:ext cx="2150200" cy="2101332"/>
          </a:xfrm>
          <a:prstGeom prst="rect">
            <a:avLst/>
          </a:prstGeom>
        </p:spPr>
      </p:pic>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7531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ght_Chart_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6B43B41-9E76-F846-80E0-F79731B51B90}"/>
              </a:ext>
            </a:extLst>
          </p:cNvPr>
          <p:cNvGrpSpPr/>
          <p:nvPr userDrawn="1"/>
        </p:nvGrpSpPr>
        <p:grpSpPr>
          <a:xfrm>
            <a:off x="6899491" y="1384760"/>
            <a:ext cx="4677738" cy="4663440"/>
            <a:chOff x="6899491" y="1384760"/>
            <a:chExt cx="4677738" cy="4663440"/>
          </a:xfrm>
        </p:grpSpPr>
        <p:sp>
          <p:nvSpPr>
            <p:cNvPr id="21" name="Rectangle 20">
              <a:extLst>
                <a:ext uri="{FF2B5EF4-FFF2-40B4-BE49-F238E27FC236}">
                  <a16:creationId xmlns:a16="http://schemas.microsoft.com/office/drawing/2014/main" id="{BEB0BFB6-11E1-7543-891B-D9B121FD90A7}"/>
                </a:ext>
              </a:extLst>
            </p:cNvPr>
            <p:cNvSpPr/>
            <p:nvPr userDrawn="1"/>
          </p:nvSpPr>
          <p:spPr>
            <a:xfrm>
              <a:off x="9287890" y="3762200"/>
              <a:ext cx="2289339" cy="2286000"/>
            </a:xfrm>
            <a:prstGeom prst="rect">
              <a:avLst/>
            </a:prstGeom>
            <a:solidFill>
              <a:srgbClr val="BBD9F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146560C-1096-1C4A-B90F-A6F89186B563}"/>
                </a:ext>
              </a:extLst>
            </p:cNvPr>
            <p:cNvSpPr/>
            <p:nvPr userDrawn="1"/>
          </p:nvSpPr>
          <p:spPr>
            <a:xfrm>
              <a:off x="6899491" y="1384760"/>
              <a:ext cx="2289339" cy="2286000"/>
            </a:xfrm>
            <a:prstGeom prst="rect">
              <a:avLst/>
            </a:prstGeom>
            <a:solidFill>
              <a:srgbClr val="BBD9F2">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FC15D8F-8C6C-6549-A9EE-C1423E99E92B}"/>
                </a:ext>
              </a:extLst>
            </p:cNvPr>
            <p:cNvSpPr/>
            <p:nvPr userDrawn="1"/>
          </p:nvSpPr>
          <p:spPr>
            <a:xfrm>
              <a:off x="9287890" y="1384760"/>
              <a:ext cx="2289339" cy="2286000"/>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A9BA486-CD45-8142-8AE7-7A16CA7ED476}"/>
                </a:ext>
              </a:extLst>
            </p:cNvPr>
            <p:cNvSpPr/>
            <p:nvPr userDrawn="1"/>
          </p:nvSpPr>
          <p:spPr>
            <a:xfrm>
              <a:off x="6899491" y="3762200"/>
              <a:ext cx="2289339" cy="2286000"/>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6" name="Chart 35">
              <a:extLst>
                <a:ext uri="{FF2B5EF4-FFF2-40B4-BE49-F238E27FC236}">
                  <a16:creationId xmlns:a16="http://schemas.microsoft.com/office/drawing/2014/main" id="{E4C9CA17-5780-654E-83F4-FFDD0A344343}"/>
                </a:ext>
              </a:extLst>
            </p:cNvPr>
            <p:cNvGraphicFramePr/>
            <p:nvPr>
              <p:extLst>
                <p:ext uri="{D42A27DB-BD31-4B8C-83A1-F6EECF244321}">
                  <p14:modId xmlns:p14="http://schemas.microsoft.com/office/powerpoint/2010/main" val="1729505561"/>
                </p:ext>
              </p:extLst>
            </p:nvPr>
          </p:nvGraphicFramePr>
          <p:xfrm>
            <a:off x="7391198" y="3973875"/>
            <a:ext cx="1305925" cy="1318260"/>
          </p:xfrm>
          <a:graphic>
            <a:graphicData uri="http://schemas.openxmlformats.org/drawingml/2006/chart">
              <c:chart xmlns:c="http://schemas.openxmlformats.org/drawingml/2006/chart" xmlns:r="http://schemas.openxmlformats.org/officeDocument/2006/relationships" r:id="rId2"/>
            </a:graphicData>
          </a:graphic>
        </p:graphicFrame>
      </p:grpSp>
      <p:sp>
        <p:nvSpPr>
          <p:cNvPr id="5" name="Text Placeholder 4">
            <a:extLst>
              <a:ext uri="{FF2B5EF4-FFF2-40B4-BE49-F238E27FC236}">
                <a16:creationId xmlns:a16="http://schemas.microsoft.com/office/drawing/2014/main" id="{7CED7F60-407B-4949-9241-7376E03C4CE3}"/>
              </a:ext>
            </a:extLst>
          </p:cNvPr>
          <p:cNvSpPr>
            <a:spLocks noGrp="1"/>
          </p:cNvSpPr>
          <p:nvPr userDrawn="1">
            <p:ph type="body" sz="quarter" idx="12" hasCustomPrompt="1"/>
          </p:nvPr>
        </p:nvSpPr>
        <p:spPr>
          <a:xfrm>
            <a:off x="7449001" y="2406556"/>
            <a:ext cx="1188720" cy="411480"/>
          </a:xfrm>
          <a:prstGeom prst="rect">
            <a:avLst/>
          </a:prstGeom>
        </p:spPr>
        <p:txBody>
          <a:bodyPr/>
          <a:lstStyle>
            <a:lvl1pPr marL="0" indent="0" algn="ctr">
              <a:buNone/>
              <a:defRPr sz="2800" spc="-100" baseline="0">
                <a:latin typeface="+mj-lt"/>
              </a:defRPr>
            </a:lvl1pPr>
            <a:lvl2pPr algn="ctr">
              <a:buNone/>
              <a:defRPr sz="2800">
                <a:latin typeface="+mj-lt"/>
              </a:defRPr>
            </a:lvl2pPr>
            <a:lvl3pPr algn="ctr">
              <a:buNone/>
              <a:defRPr sz="2800">
                <a:latin typeface="+mj-lt"/>
              </a:defRPr>
            </a:lvl3pPr>
            <a:lvl4pPr algn="ctr">
              <a:buNone/>
              <a:defRPr sz="2800">
                <a:latin typeface="+mj-lt"/>
              </a:defRPr>
            </a:lvl4pPr>
            <a:lvl5pPr algn="ctr">
              <a:buNone/>
              <a:defRPr sz="2800">
                <a:latin typeface="+mj-lt"/>
              </a:defRPr>
            </a:lvl5pPr>
          </a:lstStyle>
          <a:p>
            <a:pPr lvl="0"/>
            <a:r>
              <a:rPr lang="en-US"/>
              <a:t>54.8M</a:t>
            </a:r>
          </a:p>
        </p:txBody>
      </p:sp>
      <p:sp>
        <p:nvSpPr>
          <p:cNvPr id="8" name="Text Placeholder 7">
            <a:extLst>
              <a:ext uri="{FF2B5EF4-FFF2-40B4-BE49-F238E27FC236}">
                <a16:creationId xmlns:a16="http://schemas.microsoft.com/office/drawing/2014/main" id="{52554455-678C-854D-B817-A54840F2CDF1}"/>
              </a:ext>
            </a:extLst>
          </p:cNvPr>
          <p:cNvSpPr>
            <a:spLocks noGrp="1"/>
          </p:cNvSpPr>
          <p:nvPr userDrawn="1">
            <p:ph type="body" sz="quarter" idx="13" hasCustomPrompt="1"/>
          </p:nvPr>
        </p:nvSpPr>
        <p:spPr>
          <a:xfrm>
            <a:off x="7504513" y="2784311"/>
            <a:ext cx="1070549" cy="379109"/>
          </a:xfrm>
          <a:prstGeom prst="rect">
            <a:avLst/>
          </a:prstGeom>
        </p:spPr>
        <p:txBody>
          <a:bodyPr/>
          <a:lstStyle>
            <a:lvl1pPr marL="0" indent="0" algn="ctr">
              <a:lnSpc>
                <a:spcPct val="100000"/>
              </a:lnSpc>
              <a:buNone/>
              <a:defRPr sz="1000" b="0" i="0">
                <a:latin typeface="Roboto Medium" panose="02000000000000000000" pitchFamily="2" charset="0"/>
                <a:ea typeface="Roboto Medium" panose="02000000000000000000" pitchFamily="2" charset="0"/>
                <a:cs typeface="Roboto Medium" panose="02000000000000000000" pitchFamily="2" charset="0"/>
              </a:defRPr>
            </a:lvl1pPr>
            <a:lvl2pPr>
              <a:buNone/>
              <a:defRPr sz="1000"/>
            </a:lvl2pPr>
            <a:lvl3pPr>
              <a:buNone/>
              <a:defRPr sz="1000"/>
            </a:lvl3pPr>
            <a:lvl4pPr>
              <a:buNone/>
              <a:defRPr sz="1000"/>
            </a:lvl4pPr>
            <a:lvl5pPr>
              <a:buNone/>
              <a:defRPr sz="1000"/>
            </a:lvl5pPr>
          </a:lstStyle>
          <a:p>
            <a:pPr lvl="0"/>
            <a:r>
              <a:rPr lang="en-US"/>
              <a:t>Orders Shipped in FY2018</a:t>
            </a:r>
          </a:p>
        </p:txBody>
      </p:sp>
      <p:pic>
        <p:nvPicPr>
          <p:cNvPr id="24" name="Graphic 23">
            <a:extLst>
              <a:ext uri="{FF2B5EF4-FFF2-40B4-BE49-F238E27FC236}">
                <a16:creationId xmlns:a16="http://schemas.microsoft.com/office/drawing/2014/main" id="{8E1B22CE-9232-F342-9778-7F9ED813FF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03510" y="1852195"/>
            <a:ext cx="853440" cy="640080"/>
          </a:xfrm>
          <a:prstGeom prst="rect">
            <a:avLst/>
          </a:prstGeom>
        </p:spPr>
      </p:pic>
      <p:sp>
        <p:nvSpPr>
          <p:cNvPr id="15" name="Text Placeholder 4">
            <a:extLst>
              <a:ext uri="{FF2B5EF4-FFF2-40B4-BE49-F238E27FC236}">
                <a16:creationId xmlns:a16="http://schemas.microsoft.com/office/drawing/2014/main" id="{1851909F-627D-4449-8A3C-9160D5388365}"/>
              </a:ext>
            </a:extLst>
          </p:cNvPr>
          <p:cNvSpPr>
            <a:spLocks noGrp="1"/>
          </p:cNvSpPr>
          <p:nvPr>
            <p:ph type="body" sz="quarter" idx="10" hasCustomPrompt="1"/>
          </p:nvPr>
        </p:nvSpPr>
        <p:spPr>
          <a:xfrm>
            <a:off x="524834" y="1267495"/>
            <a:ext cx="4852925"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19" name="Text Placeholder 9">
            <a:extLst>
              <a:ext uri="{FF2B5EF4-FFF2-40B4-BE49-F238E27FC236}">
                <a16:creationId xmlns:a16="http://schemas.microsoft.com/office/drawing/2014/main" id="{53E07DB9-D197-C34A-80B3-DE3861AD269A}"/>
              </a:ext>
            </a:extLst>
          </p:cNvPr>
          <p:cNvSpPr>
            <a:spLocks noGrp="1"/>
          </p:cNvSpPr>
          <p:nvPr>
            <p:ph type="body" sz="quarter" idx="11" hasCustomPrompt="1"/>
          </p:nvPr>
        </p:nvSpPr>
        <p:spPr>
          <a:xfrm>
            <a:off x="524839" y="1565752"/>
            <a:ext cx="5298675" cy="422746"/>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a:t>
            </a:r>
          </a:p>
        </p:txBody>
      </p:sp>
      <p:sp>
        <p:nvSpPr>
          <p:cNvPr id="43" name="Text Placeholder 4">
            <a:extLst>
              <a:ext uri="{FF2B5EF4-FFF2-40B4-BE49-F238E27FC236}">
                <a16:creationId xmlns:a16="http://schemas.microsoft.com/office/drawing/2014/main" id="{B2D4B8E5-E4E6-C544-AE49-3D119CD3CF45}"/>
              </a:ext>
            </a:extLst>
          </p:cNvPr>
          <p:cNvSpPr>
            <a:spLocks noGrp="1"/>
          </p:cNvSpPr>
          <p:nvPr>
            <p:ph type="body" sz="quarter" idx="16" hasCustomPrompt="1"/>
          </p:nvPr>
        </p:nvSpPr>
        <p:spPr>
          <a:xfrm>
            <a:off x="9842930" y="2046947"/>
            <a:ext cx="1188720" cy="411480"/>
          </a:xfrm>
          <a:prstGeom prst="rect">
            <a:avLst/>
          </a:prstGeom>
        </p:spPr>
        <p:txBody>
          <a:bodyPr/>
          <a:lstStyle>
            <a:lvl1pPr marL="0" indent="0" algn="ctr">
              <a:buNone/>
              <a:defRPr sz="2800" spc="-100" baseline="0">
                <a:solidFill>
                  <a:schemeClr val="bg1"/>
                </a:solidFill>
                <a:latin typeface="+mj-lt"/>
              </a:defRPr>
            </a:lvl1pPr>
            <a:lvl2pPr algn="ctr">
              <a:buNone/>
              <a:defRPr sz="2800">
                <a:latin typeface="+mj-lt"/>
              </a:defRPr>
            </a:lvl2pPr>
            <a:lvl3pPr algn="ctr">
              <a:buNone/>
              <a:defRPr sz="2800">
                <a:latin typeface="+mj-lt"/>
              </a:defRPr>
            </a:lvl3pPr>
            <a:lvl4pPr algn="ctr">
              <a:buNone/>
              <a:defRPr sz="2800">
                <a:latin typeface="+mj-lt"/>
              </a:defRPr>
            </a:lvl4pPr>
            <a:lvl5pPr algn="ctr">
              <a:buNone/>
              <a:defRPr sz="2800">
                <a:latin typeface="+mj-lt"/>
              </a:defRPr>
            </a:lvl5pPr>
          </a:lstStyle>
          <a:p>
            <a:pPr lvl="0"/>
            <a:r>
              <a:rPr lang="en-US"/>
              <a:t>75%</a:t>
            </a:r>
          </a:p>
        </p:txBody>
      </p:sp>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sp>
        <p:nvSpPr>
          <p:cNvPr id="39" name="Text Placeholder 7">
            <a:extLst>
              <a:ext uri="{FF2B5EF4-FFF2-40B4-BE49-F238E27FC236}">
                <a16:creationId xmlns:a16="http://schemas.microsoft.com/office/drawing/2014/main" id="{13E90C6D-35CC-A84A-B4A7-CDE4F29E7645}"/>
              </a:ext>
            </a:extLst>
          </p:cNvPr>
          <p:cNvSpPr>
            <a:spLocks noGrp="1"/>
          </p:cNvSpPr>
          <p:nvPr userDrawn="1">
            <p:ph type="body" sz="quarter" idx="14" hasCustomPrompt="1"/>
          </p:nvPr>
        </p:nvSpPr>
        <p:spPr>
          <a:xfrm>
            <a:off x="9780791" y="2803819"/>
            <a:ext cx="1312998" cy="542157"/>
          </a:xfrm>
          <a:prstGeom prst="rect">
            <a:avLst/>
          </a:prstGeom>
        </p:spPr>
        <p:txBody>
          <a:bodyPr/>
          <a:lstStyle>
            <a:lvl1pPr marL="0" indent="0" algn="ctr">
              <a:lnSpc>
                <a:spcPct val="100000"/>
              </a:lnSpc>
              <a:buNone/>
              <a:defRPr sz="10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None/>
              <a:defRPr sz="1000"/>
            </a:lvl2pPr>
            <a:lvl3pPr>
              <a:buNone/>
              <a:defRPr sz="1000"/>
            </a:lvl3pPr>
            <a:lvl4pPr>
              <a:buNone/>
              <a:defRPr sz="1000"/>
            </a:lvl4pPr>
            <a:lvl5pPr>
              <a:buNone/>
              <a:defRPr sz="1000"/>
            </a:lvl5pPr>
          </a:lstStyle>
          <a:p>
            <a:pPr lvl="0"/>
            <a:r>
              <a:rPr lang="en-US"/>
              <a:t>Revenue Generated from Repeat Customers</a:t>
            </a:r>
          </a:p>
        </p:txBody>
      </p:sp>
      <p:sp>
        <p:nvSpPr>
          <p:cNvPr id="48" name="Text Placeholder 4">
            <a:extLst>
              <a:ext uri="{FF2B5EF4-FFF2-40B4-BE49-F238E27FC236}">
                <a16:creationId xmlns:a16="http://schemas.microsoft.com/office/drawing/2014/main" id="{DFE1AB98-E122-4240-98BD-69A8BA33CCC4}"/>
              </a:ext>
            </a:extLst>
          </p:cNvPr>
          <p:cNvSpPr>
            <a:spLocks noGrp="1"/>
          </p:cNvSpPr>
          <p:nvPr>
            <p:ph type="body" sz="quarter" idx="17" hasCustomPrompt="1"/>
          </p:nvPr>
        </p:nvSpPr>
        <p:spPr>
          <a:xfrm>
            <a:off x="7454060" y="4426773"/>
            <a:ext cx="1188720" cy="411480"/>
          </a:xfrm>
          <a:prstGeom prst="rect">
            <a:avLst/>
          </a:prstGeom>
        </p:spPr>
        <p:txBody>
          <a:bodyPr/>
          <a:lstStyle>
            <a:lvl1pPr marL="0" indent="0" algn="ctr">
              <a:buNone/>
              <a:defRPr sz="2800" spc="-100" baseline="0">
                <a:solidFill>
                  <a:schemeClr val="bg1"/>
                </a:solidFill>
                <a:latin typeface="+mj-lt"/>
              </a:defRPr>
            </a:lvl1pPr>
            <a:lvl2pPr algn="ctr">
              <a:buNone/>
              <a:defRPr sz="2800">
                <a:latin typeface="+mj-lt"/>
              </a:defRPr>
            </a:lvl2pPr>
            <a:lvl3pPr algn="ctr">
              <a:buNone/>
              <a:defRPr sz="2800">
                <a:latin typeface="+mj-lt"/>
              </a:defRPr>
            </a:lvl3pPr>
            <a:lvl4pPr algn="ctr">
              <a:buNone/>
              <a:defRPr sz="2800">
                <a:latin typeface="+mj-lt"/>
              </a:defRPr>
            </a:lvl4pPr>
            <a:lvl5pPr algn="ctr">
              <a:buNone/>
              <a:defRPr sz="2800">
                <a:latin typeface="+mj-lt"/>
              </a:defRPr>
            </a:lvl5pPr>
          </a:lstStyle>
          <a:p>
            <a:pPr lvl="0"/>
            <a:r>
              <a:rPr lang="en-US"/>
              <a:t>75%</a:t>
            </a:r>
          </a:p>
        </p:txBody>
      </p:sp>
      <p:sp>
        <p:nvSpPr>
          <p:cNvPr id="49" name="Text Placeholder 7">
            <a:extLst>
              <a:ext uri="{FF2B5EF4-FFF2-40B4-BE49-F238E27FC236}">
                <a16:creationId xmlns:a16="http://schemas.microsoft.com/office/drawing/2014/main" id="{8F72A4FB-6F8D-3046-91F3-74A7D271D5BF}"/>
              </a:ext>
            </a:extLst>
          </p:cNvPr>
          <p:cNvSpPr>
            <a:spLocks noGrp="1"/>
          </p:cNvSpPr>
          <p:nvPr>
            <p:ph type="body" sz="quarter" idx="18" hasCustomPrompt="1"/>
          </p:nvPr>
        </p:nvSpPr>
        <p:spPr>
          <a:xfrm>
            <a:off x="7391921" y="5183645"/>
            <a:ext cx="1312998" cy="542157"/>
          </a:xfrm>
          <a:prstGeom prst="rect">
            <a:avLst/>
          </a:prstGeom>
        </p:spPr>
        <p:txBody>
          <a:bodyPr/>
          <a:lstStyle>
            <a:lvl1pPr marL="0" indent="0" algn="ctr">
              <a:lnSpc>
                <a:spcPct val="100000"/>
              </a:lnSpc>
              <a:buNone/>
              <a:defRPr sz="10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None/>
              <a:defRPr sz="1000"/>
            </a:lvl2pPr>
            <a:lvl3pPr>
              <a:buNone/>
              <a:defRPr sz="1000"/>
            </a:lvl3pPr>
            <a:lvl4pPr>
              <a:buNone/>
              <a:defRPr sz="1000"/>
            </a:lvl4pPr>
            <a:lvl5pPr>
              <a:buNone/>
              <a:defRPr sz="1000"/>
            </a:lvl5pPr>
          </a:lstStyle>
          <a:p>
            <a:pPr lvl="0"/>
            <a:r>
              <a:rPr lang="en-US"/>
              <a:t>Revenue Generated from Repeat Customers</a:t>
            </a:r>
          </a:p>
        </p:txBody>
      </p:sp>
      <p:pic>
        <p:nvPicPr>
          <p:cNvPr id="50" name="Graphic 49">
            <a:extLst>
              <a:ext uri="{FF2B5EF4-FFF2-40B4-BE49-F238E27FC236}">
                <a16:creationId xmlns:a16="http://schemas.microsoft.com/office/drawing/2014/main" id="{D6063236-CFC6-7E4B-8244-13BD8A76D6B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960950" y="4154947"/>
            <a:ext cx="943219" cy="707414"/>
          </a:xfrm>
          <a:prstGeom prst="rect">
            <a:avLst/>
          </a:prstGeom>
        </p:spPr>
      </p:pic>
      <p:sp>
        <p:nvSpPr>
          <p:cNvPr id="51" name="Text Placeholder 4">
            <a:extLst>
              <a:ext uri="{FF2B5EF4-FFF2-40B4-BE49-F238E27FC236}">
                <a16:creationId xmlns:a16="http://schemas.microsoft.com/office/drawing/2014/main" id="{6F707AB5-9AAD-3841-99F0-A36531DE5282}"/>
              </a:ext>
            </a:extLst>
          </p:cNvPr>
          <p:cNvSpPr>
            <a:spLocks noGrp="1"/>
          </p:cNvSpPr>
          <p:nvPr>
            <p:ph type="body" sz="quarter" idx="19" hasCustomPrompt="1"/>
          </p:nvPr>
        </p:nvSpPr>
        <p:spPr>
          <a:xfrm>
            <a:off x="9846394" y="4754595"/>
            <a:ext cx="1188720" cy="411480"/>
          </a:xfrm>
          <a:prstGeom prst="rect">
            <a:avLst/>
          </a:prstGeom>
        </p:spPr>
        <p:txBody>
          <a:bodyPr/>
          <a:lstStyle>
            <a:lvl1pPr marL="0" indent="0" algn="ctr">
              <a:buNone/>
              <a:defRPr sz="2800" spc="-100" baseline="0">
                <a:latin typeface="+mj-lt"/>
              </a:defRPr>
            </a:lvl1pPr>
            <a:lvl2pPr algn="ctr">
              <a:buNone/>
              <a:defRPr sz="2800">
                <a:latin typeface="+mj-lt"/>
              </a:defRPr>
            </a:lvl2pPr>
            <a:lvl3pPr algn="ctr">
              <a:buNone/>
              <a:defRPr sz="2800">
                <a:latin typeface="+mj-lt"/>
              </a:defRPr>
            </a:lvl3pPr>
            <a:lvl4pPr algn="ctr">
              <a:buNone/>
              <a:defRPr sz="2800">
                <a:latin typeface="+mj-lt"/>
              </a:defRPr>
            </a:lvl4pPr>
            <a:lvl5pPr algn="ctr">
              <a:buNone/>
              <a:defRPr sz="2800">
                <a:latin typeface="+mj-lt"/>
              </a:defRPr>
            </a:lvl5pPr>
          </a:lstStyle>
          <a:p>
            <a:pPr lvl="0"/>
            <a:r>
              <a:rPr lang="en-US"/>
              <a:t>54.8M</a:t>
            </a:r>
          </a:p>
        </p:txBody>
      </p:sp>
      <p:sp>
        <p:nvSpPr>
          <p:cNvPr id="52" name="Text Placeholder 7">
            <a:extLst>
              <a:ext uri="{FF2B5EF4-FFF2-40B4-BE49-F238E27FC236}">
                <a16:creationId xmlns:a16="http://schemas.microsoft.com/office/drawing/2014/main" id="{678591BE-642F-C84C-9534-E30CD1ED10C7}"/>
              </a:ext>
            </a:extLst>
          </p:cNvPr>
          <p:cNvSpPr>
            <a:spLocks noGrp="1"/>
          </p:cNvSpPr>
          <p:nvPr>
            <p:ph type="body" sz="quarter" idx="20" hasCustomPrompt="1"/>
          </p:nvPr>
        </p:nvSpPr>
        <p:spPr>
          <a:xfrm>
            <a:off x="9901906" y="5132350"/>
            <a:ext cx="1070549" cy="379109"/>
          </a:xfrm>
          <a:prstGeom prst="rect">
            <a:avLst/>
          </a:prstGeom>
        </p:spPr>
        <p:txBody>
          <a:bodyPr/>
          <a:lstStyle>
            <a:lvl1pPr marL="0" indent="0" algn="ctr">
              <a:lnSpc>
                <a:spcPct val="100000"/>
              </a:lnSpc>
              <a:buNone/>
              <a:defRPr sz="1000" b="0" i="0">
                <a:latin typeface="Roboto Medium" panose="02000000000000000000" pitchFamily="2" charset="0"/>
                <a:ea typeface="Roboto Medium" panose="02000000000000000000" pitchFamily="2" charset="0"/>
                <a:cs typeface="Roboto Medium" panose="02000000000000000000" pitchFamily="2" charset="0"/>
              </a:defRPr>
            </a:lvl1pPr>
            <a:lvl2pPr>
              <a:buNone/>
              <a:defRPr sz="1000"/>
            </a:lvl2pPr>
            <a:lvl3pPr>
              <a:buNone/>
              <a:defRPr sz="1000"/>
            </a:lvl3pPr>
            <a:lvl4pPr>
              <a:buNone/>
              <a:defRPr sz="1000"/>
            </a:lvl4pPr>
            <a:lvl5pPr>
              <a:buNone/>
              <a:defRPr sz="1000"/>
            </a:lvl5pPr>
          </a:lstStyle>
          <a:p>
            <a:pPr lvl="0"/>
            <a:r>
              <a:rPr lang="en-US"/>
              <a:t>Orders Shipped in FY2018</a:t>
            </a:r>
          </a:p>
        </p:txBody>
      </p:sp>
      <p:cxnSp>
        <p:nvCxnSpPr>
          <p:cNvPr id="53" name="Straight Connector 52">
            <a:extLst>
              <a:ext uri="{FF2B5EF4-FFF2-40B4-BE49-F238E27FC236}">
                <a16:creationId xmlns:a16="http://schemas.microsoft.com/office/drawing/2014/main" id="{0007C9B5-3C61-6D45-A1D2-E52435C4F5F8}"/>
              </a:ext>
            </a:extLst>
          </p:cNvPr>
          <p:cNvCxnSpPr>
            <a:cxnSpLocks/>
          </p:cNvCxnSpPr>
          <p:nvPr userDrawn="1"/>
        </p:nvCxnSpPr>
        <p:spPr>
          <a:xfrm>
            <a:off x="6334539" y="1371600"/>
            <a:ext cx="0" cy="49149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9774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ight_Chart_4">
    <p:spTree>
      <p:nvGrpSpPr>
        <p:cNvPr id="1" name=""/>
        <p:cNvGrpSpPr/>
        <p:nvPr/>
      </p:nvGrpSpPr>
      <p:grpSpPr>
        <a:xfrm>
          <a:off x="0" y="0"/>
          <a:ext cx="0" cy="0"/>
          <a:chOff x="0" y="0"/>
          <a:chExt cx="0" cy="0"/>
        </a:xfrm>
      </p:grpSpPr>
      <p:sp>
        <p:nvSpPr>
          <p:cNvPr id="46" name="Text Placeholder 4">
            <a:extLst>
              <a:ext uri="{FF2B5EF4-FFF2-40B4-BE49-F238E27FC236}">
                <a16:creationId xmlns:a16="http://schemas.microsoft.com/office/drawing/2014/main" id="{05843FE8-5D9B-C547-8182-CA4F6A8F1E10}"/>
              </a:ext>
            </a:extLst>
          </p:cNvPr>
          <p:cNvSpPr>
            <a:spLocks noGrp="1"/>
          </p:cNvSpPr>
          <p:nvPr>
            <p:ph type="body" sz="quarter" idx="10" hasCustomPrompt="1"/>
          </p:nvPr>
        </p:nvSpPr>
        <p:spPr>
          <a:xfrm>
            <a:off x="510125" y="2007941"/>
            <a:ext cx="2846070"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Here</a:t>
            </a:r>
          </a:p>
        </p:txBody>
      </p:sp>
      <p:sp>
        <p:nvSpPr>
          <p:cNvPr id="47" name="Text Placeholder 9">
            <a:extLst>
              <a:ext uri="{FF2B5EF4-FFF2-40B4-BE49-F238E27FC236}">
                <a16:creationId xmlns:a16="http://schemas.microsoft.com/office/drawing/2014/main" id="{BE14E3B8-0512-DD42-8482-0A5C27B366EB}"/>
              </a:ext>
            </a:extLst>
          </p:cNvPr>
          <p:cNvSpPr>
            <a:spLocks noGrp="1"/>
          </p:cNvSpPr>
          <p:nvPr>
            <p:ph type="body" sz="quarter" idx="11" hasCustomPrompt="1"/>
          </p:nvPr>
        </p:nvSpPr>
        <p:spPr>
          <a:xfrm>
            <a:off x="514410" y="2315543"/>
            <a:ext cx="2846072" cy="871026"/>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54" name="Text Placeholder 4">
            <a:extLst>
              <a:ext uri="{FF2B5EF4-FFF2-40B4-BE49-F238E27FC236}">
                <a16:creationId xmlns:a16="http://schemas.microsoft.com/office/drawing/2014/main" id="{040563C4-F58F-CA4B-A0A9-C109938D9646}"/>
              </a:ext>
            </a:extLst>
          </p:cNvPr>
          <p:cNvSpPr>
            <a:spLocks noGrp="1"/>
          </p:cNvSpPr>
          <p:nvPr>
            <p:ph type="body" sz="quarter" idx="18" hasCustomPrompt="1"/>
          </p:nvPr>
        </p:nvSpPr>
        <p:spPr>
          <a:xfrm>
            <a:off x="510125" y="3229639"/>
            <a:ext cx="2846070"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Here</a:t>
            </a:r>
          </a:p>
        </p:txBody>
      </p:sp>
      <p:sp>
        <p:nvSpPr>
          <p:cNvPr id="55" name="Text Placeholder 9">
            <a:extLst>
              <a:ext uri="{FF2B5EF4-FFF2-40B4-BE49-F238E27FC236}">
                <a16:creationId xmlns:a16="http://schemas.microsoft.com/office/drawing/2014/main" id="{44A44487-836C-3540-A080-AF0BAAED761E}"/>
              </a:ext>
            </a:extLst>
          </p:cNvPr>
          <p:cNvSpPr>
            <a:spLocks noGrp="1"/>
          </p:cNvSpPr>
          <p:nvPr>
            <p:ph type="body" sz="quarter" idx="19" hasCustomPrompt="1"/>
          </p:nvPr>
        </p:nvSpPr>
        <p:spPr>
          <a:xfrm>
            <a:off x="514410" y="3537241"/>
            <a:ext cx="2846072" cy="871026"/>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56" name="Text Placeholder 4">
            <a:extLst>
              <a:ext uri="{FF2B5EF4-FFF2-40B4-BE49-F238E27FC236}">
                <a16:creationId xmlns:a16="http://schemas.microsoft.com/office/drawing/2014/main" id="{179ACB04-0BD6-9E48-B3BB-57A3357ACF78}"/>
              </a:ext>
            </a:extLst>
          </p:cNvPr>
          <p:cNvSpPr>
            <a:spLocks noGrp="1"/>
          </p:cNvSpPr>
          <p:nvPr>
            <p:ph type="body" sz="quarter" idx="20" hasCustomPrompt="1"/>
          </p:nvPr>
        </p:nvSpPr>
        <p:spPr>
          <a:xfrm>
            <a:off x="510125" y="4451338"/>
            <a:ext cx="2846070"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Here</a:t>
            </a:r>
          </a:p>
        </p:txBody>
      </p:sp>
      <p:sp>
        <p:nvSpPr>
          <p:cNvPr id="57" name="Text Placeholder 9">
            <a:extLst>
              <a:ext uri="{FF2B5EF4-FFF2-40B4-BE49-F238E27FC236}">
                <a16:creationId xmlns:a16="http://schemas.microsoft.com/office/drawing/2014/main" id="{5B80FBAE-6993-064F-8F02-2640377900A9}"/>
              </a:ext>
            </a:extLst>
          </p:cNvPr>
          <p:cNvSpPr>
            <a:spLocks noGrp="1"/>
          </p:cNvSpPr>
          <p:nvPr>
            <p:ph type="body" sz="quarter" idx="21" hasCustomPrompt="1"/>
          </p:nvPr>
        </p:nvSpPr>
        <p:spPr>
          <a:xfrm>
            <a:off x="514410" y="4758940"/>
            <a:ext cx="2846072" cy="871026"/>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58" name="Text Placeholder 4">
            <a:extLst>
              <a:ext uri="{FF2B5EF4-FFF2-40B4-BE49-F238E27FC236}">
                <a16:creationId xmlns:a16="http://schemas.microsoft.com/office/drawing/2014/main" id="{A230F7D1-272E-D24F-AEBD-D1AC7D35F330}"/>
              </a:ext>
            </a:extLst>
          </p:cNvPr>
          <p:cNvSpPr>
            <a:spLocks noGrp="1"/>
          </p:cNvSpPr>
          <p:nvPr>
            <p:ph type="body" sz="quarter" idx="22" hasCustomPrompt="1"/>
          </p:nvPr>
        </p:nvSpPr>
        <p:spPr>
          <a:xfrm>
            <a:off x="5413029" y="2921576"/>
            <a:ext cx="2424082" cy="615665"/>
          </a:xfrm>
          <a:prstGeom prst="rect">
            <a:avLst/>
          </a:prstGeom>
        </p:spPr>
        <p:txBody>
          <a:bodyPr/>
          <a:lstStyle>
            <a:lvl1pPr marL="0" indent="0" algn="ctr">
              <a:lnSpc>
                <a:spcPct val="100000"/>
              </a:lnSpc>
              <a:spcBef>
                <a:spcPts val="0"/>
              </a:spcBef>
              <a:buNone/>
              <a:defRPr sz="4000" spc="-100" baseline="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XXXX</a:t>
            </a:r>
          </a:p>
        </p:txBody>
      </p:sp>
      <p:sp>
        <p:nvSpPr>
          <p:cNvPr id="59" name="Text Placeholder 7">
            <a:extLst>
              <a:ext uri="{FF2B5EF4-FFF2-40B4-BE49-F238E27FC236}">
                <a16:creationId xmlns:a16="http://schemas.microsoft.com/office/drawing/2014/main" id="{7487C2CE-1E0C-0A4D-99BE-6062DA3A8786}"/>
              </a:ext>
            </a:extLst>
          </p:cNvPr>
          <p:cNvSpPr>
            <a:spLocks noGrp="1"/>
          </p:cNvSpPr>
          <p:nvPr>
            <p:ph type="body" sz="quarter" idx="23" hasCustomPrompt="1"/>
          </p:nvPr>
        </p:nvSpPr>
        <p:spPr>
          <a:xfrm>
            <a:off x="5968571" y="3494543"/>
            <a:ext cx="1312998" cy="542157"/>
          </a:xfrm>
          <a:prstGeom prst="rect">
            <a:avLst/>
          </a:prstGeom>
        </p:spPr>
        <p:txBody>
          <a:bodyPr/>
          <a:lstStyle>
            <a:lvl1pPr marL="0" indent="0" algn="ctr">
              <a:lnSpc>
                <a:spcPct val="100000"/>
              </a:lnSpc>
              <a:buNone/>
              <a:defRPr sz="1000" b="0" i="0">
                <a:latin typeface="Roboto Medium" panose="02000000000000000000" pitchFamily="2" charset="0"/>
                <a:ea typeface="Roboto Medium" panose="02000000000000000000" pitchFamily="2" charset="0"/>
                <a:cs typeface="Roboto Medium" panose="02000000000000000000" pitchFamily="2" charset="0"/>
              </a:defRPr>
            </a:lvl1pPr>
            <a:lvl2pPr>
              <a:buNone/>
              <a:defRPr sz="1000"/>
            </a:lvl2pPr>
            <a:lvl3pPr>
              <a:buNone/>
              <a:defRPr sz="1000"/>
            </a:lvl3pPr>
            <a:lvl4pPr>
              <a:buNone/>
              <a:defRPr sz="1000"/>
            </a:lvl4pPr>
            <a:lvl5pPr>
              <a:buNone/>
              <a:defRPr sz="1000"/>
            </a:lvl5pPr>
          </a:lstStyle>
          <a:p>
            <a:pPr lvl="0"/>
            <a:r>
              <a:rPr lang="en-US"/>
              <a:t>Revenue Generated from Repeat Customers</a:t>
            </a:r>
          </a:p>
        </p:txBody>
      </p:sp>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553E2562-EA8F-2444-A88A-EA1EAEF7B69C}"/>
              </a:ext>
            </a:extLst>
          </p:cNvPr>
          <p:cNvSpPr>
            <a:spLocks noGrp="1"/>
          </p:cNvSpPr>
          <p:nvPr>
            <p:ph type="body" sz="quarter" idx="16" hasCustomPrompt="1"/>
          </p:nvPr>
        </p:nvSpPr>
        <p:spPr>
          <a:xfrm>
            <a:off x="9897313" y="3105282"/>
            <a:ext cx="1188720" cy="411480"/>
          </a:xfrm>
          <a:prstGeom prst="rect">
            <a:avLst/>
          </a:prstGeom>
        </p:spPr>
        <p:txBody>
          <a:bodyPr/>
          <a:lstStyle>
            <a:lvl1pPr marL="0" indent="0" algn="ctr">
              <a:buNone/>
              <a:defRPr sz="2800" spc="-100" baseline="0">
                <a:latin typeface="+mj-lt"/>
              </a:defRPr>
            </a:lvl1pPr>
            <a:lvl2pPr algn="ctr">
              <a:buNone/>
              <a:defRPr sz="2800">
                <a:latin typeface="+mj-lt"/>
              </a:defRPr>
            </a:lvl2pPr>
            <a:lvl3pPr algn="ctr">
              <a:buNone/>
              <a:defRPr sz="2800">
                <a:latin typeface="+mj-lt"/>
              </a:defRPr>
            </a:lvl3pPr>
            <a:lvl4pPr algn="ctr">
              <a:buNone/>
              <a:defRPr sz="2800">
                <a:latin typeface="+mj-lt"/>
              </a:defRPr>
            </a:lvl4pPr>
            <a:lvl5pPr algn="ctr">
              <a:buNone/>
              <a:defRPr sz="2800">
                <a:latin typeface="+mj-lt"/>
              </a:defRPr>
            </a:lvl5pPr>
          </a:lstStyle>
          <a:p>
            <a:pPr lvl="0"/>
            <a:r>
              <a:rPr lang="en-US"/>
              <a:t>91%</a:t>
            </a:r>
          </a:p>
        </p:txBody>
      </p:sp>
      <p:sp>
        <p:nvSpPr>
          <p:cNvPr id="32" name="Text Placeholder 4">
            <a:extLst>
              <a:ext uri="{FF2B5EF4-FFF2-40B4-BE49-F238E27FC236}">
                <a16:creationId xmlns:a16="http://schemas.microsoft.com/office/drawing/2014/main" id="{2BF5AED3-27B9-B640-B450-A648B0AB178A}"/>
              </a:ext>
            </a:extLst>
          </p:cNvPr>
          <p:cNvSpPr>
            <a:spLocks noGrp="1"/>
          </p:cNvSpPr>
          <p:nvPr>
            <p:ph type="body" sz="quarter" idx="17" hasCustomPrompt="1"/>
          </p:nvPr>
        </p:nvSpPr>
        <p:spPr>
          <a:xfrm>
            <a:off x="9897313" y="4924354"/>
            <a:ext cx="1188720" cy="411480"/>
          </a:xfrm>
          <a:prstGeom prst="rect">
            <a:avLst/>
          </a:prstGeom>
        </p:spPr>
        <p:txBody>
          <a:bodyPr/>
          <a:lstStyle>
            <a:lvl1pPr marL="0" indent="0" algn="ctr">
              <a:buNone/>
              <a:defRPr sz="2800" spc="-100" baseline="0">
                <a:latin typeface="+mj-lt"/>
              </a:defRPr>
            </a:lvl1pPr>
            <a:lvl2pPr algn="ctr">
              <a:buNone/>
              <a:defRPr sz="2800">
                <a:latin typeface="+mj-lt"/>
              </a:defRPr>
            </a:lvl2pPr>
            <a:lvl3pPr algn="ctr">
              <a:buNone/>
              <a:defRPr sz="2800">
                <a:latin typeface="+mj-lt"/>
              </a:defRPr>
            </a:lvl3pPr>
            <a:lvl4pPr algn="ctr">
              <a:buNone/>
              <a:defRPr sz="2800">
                <a:latin typeface="+mj-lt"/>
              </a:defRPr>
            </a:lvl4pPr>
            <a:lvl5pPr algn="ctr">
              <a:buNone/>
              <a:defRPr sz="2800">
                <a:latin typeface="+mj-lt"/>
              </a:defRPr>
            </a:lvl5pPr>
          </a:lstStyle>
          <a:p>
            <a:pPr lvl="0"/>
            <a:r>
              <a:rPr lang="en-US"/>
              <a:t>66%</a:t>
            </a:r>
          </a:p>
        </p:txBody>
      </p:sp>
      <p:sp>
        <p:nvSpPr>
          <p:cNvPr id="33" name="Text Placeholder 4">
            <a:extLst>
              <a:ext uri="{FF2B5EF4-FFF2-40B4-BE49-F238E27FC236}">
                <a16:creationId xmlns:a16="http://schemas.microsoft.com/office/drawing/2014/main" id="{5A787E42-D3C2-D642-A0F7-B60AF8C6CA2E}"/>
              </a:ext>
            </a:extLst>
          </p:cNvPr>
          <p:cNvSpPr>
            <a:spLocks noGrp="1"/>
          </p:cNvSpPr>
          <p:nvPr>
            <p:ph type="body" sz="quarter" idx="12" hasCustomPrompt="1"/>
          </p:nvPr>
        </p:nvSpPr>
        <p:spPr>
          <a:xfrm>
            <a:off x="9897313" y="1811503"/>
            <a:ext cx="1188720" cy="411480"/>
          </a:xfrm>
          <a:prstGeom prst="rect">
            <a:avLst/>
          </a:prstGeom>
        </p:spPr>
        <p:txBody>
          <a:bodyPr/>
          <a:lstStyle>
            <a:lvl1pPr marL="0" indent="0" algn="ctr">
              <a:buNone/>
              <a:defRPr sz="2800" spc="-100" baseline="0">
                <a:latin typeface="+mj-lt"/>
              </a:defRPr>
            </a:lvl1pPr>
            <a:lvl2pPr algn="ctr">
              <a:buNone/>
              <a:defRPr sz="2800">
                <a:latin typeface="+mj-lt"/>
              </a:defRPr>
            </a:lvl2pPr>
            <a:lvl3pPr algn="ctr">
              <a:buNone/>
              <a:defRPr sz="2800">
                <a:latin typeface="+mj-lt"/>
              </a:defRPr>
            </a:lvl3pPr>
            <a:lvl4pPr algn="ctr">
              <a:buNone/>
              <a:defRPr sz="2800">
                <a:latin typeface="+mj-lt"/>
              </a:defRPr>
            </a:lvl4pPr>
            <a:lvl5pPr algn="ctr">
              <a:buNone/>
              <a:defRPr sz="2800">
                <a:latin typeface="+mj-lt"/>
              </a:defRPr>
            </a:lvl5pPr>
          </a:lstStyle>
          <a:p>
            <a:pPr lvl="0"/>
            <a:r>
              <a:rPr lang="en-US"/>
              <a:t>54.8M</a:t>
            </a:r>
          </a:p>
        </p:txBody>
      </p:sp>
      <p:sp>
        <p:nvSpPr>
          <p:cNvPr id="34" name="Text Placeholder 7">
            <a:extLst>
              <a:ext uri="{FF2B5EF4-FFF2-40B4-BE49-F238E27FC236}">
                <a16:creationId xmlns:a16="http://schemas.microsoft.com/office/drawing/2014/main" id="{3513AC14-AEA9-7940-998B-EE2C06C4DC6C}"/>
              </a:ext>
            </a:extLst>
          </p:cNvPr>
          <p:cNvSpPr>
            <a:spLocks noGrp="1"/>
          </p:cNvSpPr>
          <p:nvPr>
            <p:ph type="body" sz="quarter" idx="13" hasCustomPrompt="1"/>
          </p:nvPr>
        </p:nvSpPr>
        <p:spPr>
          <a:xfrm>
            <a:off x="9952825" y="2189258"/>
            <a:ext cx="1070549" cy="379109"/>
          </a:xfrm>
          <a:prstGeom prst="rect">
            <a:avLst/>
          </a:prstGeom>
        </p:spPr>
        <p:txBody>
          <a:bodyPr/>
          <a:lstStyle>
            <a:lvl1pPr marL="0" indent="0" algn="ctr">
              <a:lnSpc>
                <a:spcPct val="100000"/>
              </a:lnSpc>
              <a:buNone/>
              <a:defRPr sz="1000" b="0" i="0">
                <a:latin typeface="Roboto Medium" panose="02000000000000000000" pitchFamily="2" charset="0"/>
                <a:ea typeface="Roboto Medium" panose="02000000000000000000" pitchFamily="2" charset="0"/>
                <a:cs typeface="Roboto Medium" panose="02000000000000000000" pitchFamily="2" charset="0"/>
              </a:defRPr>
            </a:lvl1pPr>
            <a:lvl2pPr>
              <a:buNone/>
              <a:defRPr sz="1000"/>
            </a:lvl2pPr>
            <a:lvl3pPr>
              <a:buNone/>
              <a:defRPr sz="1000"/>
            </a:lvl3pPr>
            <a:lvl4pPr>
              <a:buNone/>
              <a:defRPr sz="1000"/>
            </a:lvl4pPr>
            <a:lvl5pPr>
              <a:buNone/>
              <a:defRPr sz="1000"/>
            </a:lvl5pPr>
          </a:lstStyle>
          <a:p>
            <a:pPr lvl="0"/>
            <a:r>
              <a:rPr lang="en-US"/>
              <a:t>Orders Shipped in FY2018</a:t>
            </a:r>
          </a:p>
        </p:txBody>
      </p:sp>
      <p:pic>
        <p:nvPicPr>
          <p:cNvPr id="35" name="Graphic 34">
            <a:extLst>
              <a:ext uri="{FF2B5EF4-FFF2-40B4-BE49-F238E27FC236}">
                <a16:creationId xmlns:a16="http://schemas.microsoft.com/office/drawing/2014/main" id="{216B0651-6727-9549-B825-AB1022C3187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051822" y="1257142"/>
            <a:ext cx="853440" cy="640080"/>
          </a:xfrm>
          <a:prstGeom prst="rect">
            <a:avLst/>
          </a:prstGeom>
        </p:spPr>
      </p:pic>
      <p:cxnSp>
        <p:nvCxnSpPr>
          <p:cNvPr id="37" name="Straight Connector 36">
            <a:extLst>
              <a:ext uri="{FF2B5EF4-FFF2-40B4-BE49-F238E27FC236}">
                <a16:creationId xmlns:a16="http://schemas.microsoft.com/office/drawing/2014/main" id="{9C0E344E-56A9-D741-8024-995CFF133861}"/>
              </a:ext>
            </a:extLst>
          </p:cNvPr>
          <p:cNvCxnSpPr>
            <a:cxnSpLocks/>
          </p:cNvCxnSpPr>
          <p:nvPr userDrawn="1"/>
        </p:nvCxnSpPr>
        <p:spPr>
          <a:xfrm>
            <a:off x="9349740" y="1371600"/>
            <a:ext cx="0" cy="49149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8" name="Text Placeholder 7">
            <a:extLst>
              <a:ext uri="{FF2B5EF4-FFF2-40B4-BE49-F238E27FC236}">
                <a16:creationId xmlns:a16="http://schemas.microsoft.com/office/drawing/2014/main" id="{FDF96E95-FBBE-8B4F-B817-29765BCB3FDA}"/>
              </a:ext>
            </a:extLst>
          </p:cNvPr>
          <p:cNvSpPr>
            <a:spLocks noGrp="1"/>
          </p:cNvSpPr>
          <p:nvPr>
            <p:ph type="body" sz="quarter" idx="14" hasCustomPrompt="1"/>
          </p:nvPr>
        </p:nvSpPr>
        <p:spPr>
          <a:xfrm>
            <a:off x="9822043" y="3862154"/>
            <a:ext cx="1312998" cy="542157"/>
          </a:xfrm>
          <a:prstGeom prst="rect">
            <a:avLst/>
          </a:prstGeom>
        </p:spPr>
        <p:txBody>
          <a:bodyPr/>
          <a:lstStyle>
            <a:lvl1pPr marL="0" indent="0" algn="ctr">
              <a:lnSpc>
                <a:spcPct val="100000"/>
              </a:lnSpc>
              <a:buNone/>
              <a:defRPr sz="1000" b="0" i="0">
                <a:latin typeface="Roboto Medium" panose="02000000000000000000" pitchFamily="2" charset="0"/>
                <a:ea typeface="Roboto Medium" panose="02000000000000000000" pitchFamily="2" charset="0"/>
                <a:cs typeface="Roboto Medium" panose="02000000000000000000" pitchFamily="2" charset="0"/>
              </a:defRPr>
            </a:lvl1pPr>
            <a:lvl2pPr>
              <a:buNone/>
              <a:defRPr sz="1000"/>
            </a:lvl2pPr>
            <a:lvl3pPr>
              <a:buNone/>
              <a:defRPr sz="1000"/>
            </a:lvl3pPr>
            <a:lvl4pPr>
              <a:buNone/>
              <a:defRPr sz="1000"/>
            </a:lvl4pPr>
            <a:lvl5pPr>
              <a:buNone/>
              <a:defRPr sz="1000"/>
            </a:lvl5pPr>
          </a:lstStyle>
          <a:p>
            <a:pPr lvl="0"/>
            <a:r>
              <a:rPr lang="en-US"/>
              <a:t>Revenue Generated from Repeat Customers</a:t>
            </a:r>
          </a:p>
        </p:txBody>
      </p:sp>
      <p:sp>
        <p:nvSpPr>
          <p:cNvPr id="40" name="Text Placeholder 7">
            <a:extLst>
              <a:ext uri="{FF2B5EF4-FFF2-40B4-BE49-F238E27FC236}">
                <a16:creationId xmlns:a16="http://schemas.microsoft.com/office/drawing/2014/main" id="{334165CA-B673-0340-83E4-C361C2F9933C}"/>
              </a:ext>
            </a:extLst>
          </p:cNvPr>
          <p:cNvSpPr>
            <a:spLocks noGrp="1"/>
          </p:cNvSpPr>
          <p:nvPr>
            <p:ph type="body" sz="quarter" idx="15" hasCustomPrompt="1"/>
          </p:nvPr>
        </p:nvSpPr>
        <p:spPr>
          <a:xfrm>
            <a:off x="9822043" y="5671498"/>
            <a:ext cx="1312998" cy="542157"/>
          </a:xfrm>
          <a:prstGeom prst="rect">
            <a:avLst/>
          </a:prstGeom>
        </p:spPr>
        <p:txBody>
          <a:bodyPr/>
          <a:lstStyle>
            <a:lvl1pPr marL="0" indent="0" algn="ctr">
              <a:lnSpc>
                <a:spcPct val="100000"/>
              </a:lnSpc>
              <a:buNone/>
              <a:defRPr sz="1000" b="0" i="0">
                <a:latin typeface="Roboto Medium" panose="02000000000000000000" pitchFamily="2" charset="0"/>
                <a:ea typeface="Roboto Medium" panose="02000000000000000000" pitchFamily="2" charset="0"/>
                <a:cs typeface="Roboto Medium" panose="02000000000000000000" pitchFamily="2" charset="0"/>
              </a:defRPr>
            </a:lvl1pPr>
            <a:lvl2pPr>
              <a:buNone/>
              <a:defRPr sz="1000"/>
            </a:lvl2pPr>
            <a:lvl3pPr>
              <a:buNone/>
              <a:defRPr sz="1000"/>
            </a:lvl3pPr>
            <a:lvl4pPr>
              <a:buNone/>
              <a:defRPr sz="1000"/>
            </a:lvl4pPr>
            <a:lvl5pPr>
              <a:buNone/>
              <a:defRPr sz="1000"/>
            </a:lvl5pPr>
          </a:lstStyle>
          <a:p>
            <a:pPr lvl="0"/>
            <a:r>
              <a:rPr lang="en-US"/>
              <a:t>Revenue Generated from </a:t>
            </a:r>
            <a:r>
              <a:rPr lang="en-US" err="1"/>
              <a:t>Autoship</a:t>
            </a:r>
            <a:r>
              <a:rPr lang="en-US"/>
              <a:t> Customers</a:t>
            </a:r>
          </a:p>
        </p:txBody>
      </p:sp>
      <p:cxnSp>
        <p:nvCxnSpPr>
          <p:cNvPr id="41" name="Straight Connector 40">
            <a:extLst>
              <a:ext uri="{FF2B5EF4-FFF2-40B4-BE49-F238E27FC236}">
                <a16:creationId xmlns:a16="http://schemas.microsoft.com/office/drawing/2014/main" id="{01F119ED-D55A-B64C-BA78-91D65415F456}"/>
              </a:ext>
            </a:extLst>
          </p:cNvPr>
          <p:cNvCxnSpPr>
            <a:cxnSpLocks/>
          </p:cNvCxnSpPr>
          <p:nvPr userDrawn="1"/>
        </p:nvCxnSpPr>
        <p:spPr>
          <a:xfrm>
            <a:off x="3886200" y="1371600"/>
            <a:ext cx="0" cy="49149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3582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ight_Grid_Headlines">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93636E4-DA84-2B4C-AD18-03BBBE878EB2}"/>
              </a:ext>
            </a:extLst>
          </p:cNvPr>
          <p:cNvSpPr/>
          <p:nvPr userDrawn="1"/>
        </p:nvSpPr>
        <p:spPr>
          <a:xfrm>
            <a:off x="606260" y="1371600"/>
            <a:ext cx="2678887" cy="2349572"/>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DE3B9E7-DF17-934C-8F4B-C9830E15D37A}"/>
              </a:ext>
            </a:extLst>
          </p:cNvPr>
          <p:cNvSpPr/>
          <p:nvPr userDrawn="1"/>
        </p:nvSpPr>
        <p:spPr>
          <a:xfrm>
            <a:off x="3273214" y="1371600"/>
            <a:ext cx="2717310" cy="2349572"/>
          </a:xfrm>
          <a:prstGeom prst="rect">
            <a:avLst/>
          </a:prstGeom>
          <a:solidFill>
            <a:srgbClr val="BBD9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E30712C-6577-DA4F-BCC6-2AC1AB15E496}"/>
              </a:ext>
            </a:extLst>
          </p:cNvPr>
          <p:cNvSpPr/>
          <p:nvPr userDrawn="1"/>
        </p:nvSpPr>
        <p:spPr>
          <a:xfrm>
            <a:off x="606261" y="3949588"/>
            <a:ext cx="2678888" cy="2349572"/>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90B73B9-21AA-6D46-9454-C2EDD083D133}"/>
              </a:ext>
            </a:extLst>
          </p:cNvPr>
          <p:cNvSpPr/>
          <p:nvPr userDrawn="1"/>
        </p:nvSpPr>
        <p:spPr>
          <a:xfrm>
            <a:off x="3285148" y="3949588"/>
            <a:ext cx="2705375" cy="2349572"/>
          </a:xfrm>
          <a:prstGeom prst="rect">
            <a:avLst/>
          </a:prstGeom>
          <a:solidFill>
            <a:srgbClr val="BBD9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505D479-C1C8-954F-BE50-2513DA3060EF}"/>
              </a:ext>
            </a:extLst>
          </p:cNvPr>
          <p:cNvSpPr/>
          <p:nvPr userDrawn="1"/>
        </p:nvSpPr>
        <p:spPr>
          <a:xfrm>
            <a:off x="6206962" y="1371600"/>
            <a:ext cx="2678888" cy="2349572"/>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88BAC9D-21CD-5142-AE63-7EAFB2A8B541}"/>
              </a:ext>
            </a:extLst>
          </p:cNvPr>
          <p:cNvSpPr/>
          <p:nvPr userDrawn="1"/>
        </p:nvSpPr>
        <p:spPr>
          <a:xfrm>
            <a:off x="8885850" y="1371600"/>
            <a:ext cx="2705375" cy="2349572"/>
          </a:xfrm>
          <a:prstGeom prst="rect">
            <a:avLst/>
          </a:prstGeom>
          <a:solidFill>
            <a:srgbClr val="BBD9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4115D79-F657-0349-84CD-E1A4C4D69D81}"/>
              </a:ext>
            </a:extLst>
          </p:cNvPr>
          <p:cNvSpPr/>
          <p:nvPr userDrawn="1"/>
        </p:nvSpPr>
        <p:spPr>
          <a:xfrm>
            <a:off x="6206962" y="3949588"/>
            <a:ext cx="2678888" cy="2349572"/>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F9BB5280-CBFF-694F-AE3E-D8ADE22D61E3}"/>
              </a:ext>
            </a:extLst>
          </p:cNvPr>
          <p:cNvSpPr/>
          <p:nvPr userDrawn="1"/>
        </p:nvSpPr>
        <p:spPr>
          <a:xfrm>
            <a:off x="8885850" y="3949588"/>
            <a:ext cx="2705375" cy="2349572"/>
          </a:xfrm>
          <a:prstGeom prst="rect">
            <a:avLst/>
          </a:prstGeom>
          <a:solidFill>
            <a:srgbClr val="BBD9F2">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 Placeholder 4">
            <a:extLst>
              <a:ext uri="{FF2B5EF4-FFF2-40B4-BE49-F238E27FC236}">
                <a16:creationId xmlns:a16="http://schemas.microsoft.com/office/drawing/2014/main" id="{0DEB7503-335D-9F4D-906B-973D3E10C117}"/>
              </a:ext>
            </a:extLst>
          </p:cNvPr>
          <p:cNvSpPr>
            <a:spLocks noGrp="1"/>
          </p:cNvSpPr>
          <p:nvPr>
            <p:ph type="body" sz="quarter" idx="10" hasCustomPrompt="1"/>
          </p:nvPr>
        </p:nvSpPr>
        <p:spPr>
          <a:xfrm>
            <a:off x="771451" y="2113218"/>
            <a:ext cx="2324639" cy="861774"/>
          </a:xfrm>
          <a:prstGeom prst="rect">
            <a:avLst/>
          </a:prstGeom>
        </p:spPr>
        <p:txBody>
          <a:bodyPr/>
          <a:lstStyle>
            <a:lvl1pPr marL="0" indent="0" algn="ctr">
              <a:lnSpc>
                <a:spcPct val="90000"/>
              </a:lnSpc>
              <a:spcBef>
                <a:spcPts val="0"/>
              </a:spcBef>
              <a:buNone/>
              <a:defRPr sz="2800">
                <a:solidFill>
                  <a:srgbClr val="BBD9F2"/>
                </a:solidFill>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Goes Here</a:t>
            </a:r>
          </a:p>
        </p:txBody>
      </p:sp>
      <p:sp>
        <p:nvSpPr>
          <p:cNvPr id="55" name="Text Placeholder 9">
            <a:extLst>
              <a:ext uri="{FF2B5EF4-FFF2-40B4-BE49-F238E27FC236}">
                <a16:creationId xmlns:a16="http://schemas.microsoft.com/office/drawing/2014/main" id="{AEB350DC-45A9-5C4A-A80F-52380C05A995}"/>
              </a:ext>
            </a:extLst>
          </p:cNvPr>
          <p:cNvSpPr>
            <a:spLocks noGrp="1"/>
          </p:cNvSpPr>
          <p:nvPr>
            <p:ph type="body" sz="quarter" idx="11" hasCustomPrompt="1"/>
          </p:nvPr>
        </p:nvSpPr>
        <p:spPr>
          <a:xfrm>
            <a:off x="3543297" y="1760215"/>
            <a:ext cx="2203033" cy="1668785"/>
          </a:xfrm>
          <a:prstGeom prst="rect">
            <a:avLst/>
          </a:prstGeom>
        </p:spPr>
        <p:txBody>
          <a:bodyPr/>
          <a:lstStyle>
            <a:lvl1pPr marL="0" indent="0" algn="l">
              <a:lnSpc>
                <a:spcPct val="100000"/>
              </a:lnSpc>
              <a:spcBef>
                <a:spcPts val="0"/>
              </a:spcBef>
              <a:buNone/>
              <a:defRPr sz="1200">
                <a:solidFill>
                  <a:schemeClr val="accent3"/>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a:t>
            </a:r>
          </a:p>
          <a:p>
            <a:pPr lvl="0"/>
            <a:r>
              <a:rPr lang="en-US"/>
              <a:t>Here’s some placeholder text. Delete this text and add your own text. Here’s some placeholder text. </a:t>
            </a:r>
          </a:p>
        </p:txBody>
      </p:sp>
      <p:sp>
        <p:nvSpPr>
          <p:cNvPr id="56" name="Text Placeholder 4">
            <a:extLst>
              <a:ext uri="{FF2B5EF4-FFF2-40B4-BE49-F238E27FC236}">
                <a16:creationId xmlns:a16="http://schemas.microsoft.com/office/drawing/2014/main" id="{D2AF54C2-57E0-9148-A83B-DDD98E75908B}"/>
              </a:ext>
            </a:extLst>
          </p:cNvPr>
          <p:cNvSpPr>
            <a:spLocks noGrp="1"/>
          </p:cNvSpPr>
          <p:nvPr>
            <p:ph type="body" sz="quarter" idx="12" hasCustomPrompt="1"/>
          </p:nvPr>
        </p:nvSpPr>
        <p:spPr>
          <a:xfrm>
            <a:off x="771451" y="4696398"/>
            <a:ext cx="2324639" cy="861774"/>
          </a:xfrm>
          <a:prstGeom prst="rect">
            <a:avLst/>
          </a:prstGeom>
        </p:spPr>
        <p:txBody>
          <a:bodyPr/>
          <a:lstStyle>
            <a:lvl1pPr marL="0" indent="0" algn="ctr">
              <a:lnSpc>
                <a:spcPct val="90000"/>
              </a:lnSpc>
              <a:spcBef>
                <a:spcPts val="0"/>
              </a:spcBef>
              <a:buNone/>
              <a:defRPr sz="2800">
                <a:solidFill>
                  <a:srgbClr val="BBD9F2"/>
                </a:solidFill>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Goes Here</a:t>
            </a:r>
          </a:p>
        </p:txBody>
      </p:sp>
      <p:sp>
        <p:nvSpPr>
          <p:cNvPr id="57" name="Text Placeholder 4">
            <a:extLst>
              <a:ext uri="{FF2B5EF4-FFF2-40B4-BE49-F238E27FC236}">
                <a16:creationId xmlns:a16="http://schemas.microsoft.com/office/drawing/2014/main" id="{BDE00D6C-57B1-FB49-B2CB-659E9993C1BA}"/>
              </a:ext>
            </a:extLst>
          </p:cNvPr>
          <p:cNvSpPr>
            <a:spLocks noGrp="1"/>
          </p:cNvSpPr>
          <p:nvPr>
            <p:ph type="body" sz="quarter" idx="13" hasCustomPrompt="1"/>
          </p:nvPr>
        </p:nvSpPr>
        <p:spPr>
          <a:xfrm>
            <a:off x="6383581" y="2113218"/>
            <a:ext cx="2324639" cy="861774"/>
          </a:xfrm>
          <a:prstGeom prst="rect">
            <a:avLst/>
          </a:prstGeom>
        </p:spPr>
        <p:txBody>
          <a:bodyPr/>
          <a:lstStyle>
            <a:lvl1pPr marL="0" indent="0" algn="ctr">
              <a:lnSpc>
                <a:spcPct val="90000"/>
              </a:lnSpc>
              <a:spcBef>
                <a:spcPts val="0"/>
              </a:spcBef>
              <a:buNone/>
              <a:defRPr sz="2800">
                <a:solidFill>
                  <a:srgbClr val="BBD9F2"/>
                </a:solidFill>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Goes Here</a:t>
            </a:r>
          </a:p>
        </p:txBody>
      </p:sp>
      <p:sp>
        <p:nvSpPr>
          <p:cNvPr id="58" name="Text Placeholder 4">
            <a:extLst>
              <a:ext uri="{FF2B5EF4-FFF2-40B4-BE49-F238E27FC236}">
                <a16:creationId xmlns:a16="http://schemas.microsoft.com/office/drawing/2014/main" id="{5D0354CC-E73E-DE4B-B79A-07142D2C8B7E}"/>
              </a:ext>
            </a:extLst>
          </p:cNvPr>
          <p:cNvSpPr>
            <a:spLocks noGrp="1"/>
          </p:cNvSpPr>
          <p:nvPr>
            <p:ph type="body" sz="quarter" idx="14" hasCustomPrompt="1"/>
          </p:nvPr>
        </p:nvSpPr>
        <p:spPr>
          <a:xfrm>
            <a:off x="6383581" y="4696398"/>
            <a:ext cx="2324639" cy="861774"/>
          </a:xfrm>
          <a:prstGeom prst="rect">
            <a:avLst/>
          </a:prstGeom>
        </p:spPr>
        <p:txBody>
          <a:bodyPr/>
          <a:lstStyle>
            <a:lvl1pPr marL="0" indent="0" algn="ctr">
              <a:lnSpc>
                <a:spcPct val="90000"/>
              </a:lnSpc>
              <a:spcBef>
                <a:spcPts val="0"/>
              </a:spcBef>
              <a:buNone/>
              <a:defRPr sz="2800">
                <a:solidFill>
                  <a:srgbClr val="BBD9F2"/>
                </a:solidFill>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Goes Here</a:t>
            </a:r>
          </a:p>
        </p:txBody>
      </p:sp>
      <p:sp>
        <p:nvSpPr>
          <p:cNvPr id="59" name="Text Placeholder 9">
            <a:extLst>
              <a:ext uri="{FF2B5EF4-FFF2-40B4-BE49-F238E27FC236}">
                <a16:creationId xmlns:a16="http://schemas.microsoft.com/office/drawing/2014/main" id="{7E8FFAAE-CB3B-5E4D-B08B-151BB4E9EA4D}"/>
              </a:ext>
            </a:extLst>
          </p:cNvPr>
          <p:cNvSpPr>
            <a:spLocks noGrp="1"/>
          </p:cNvSpPr>
          <p:nvPr>
            <p:ph type="body" sz="quarter" idx="15" hasCustomPrompt="1"/>
          </p:nvPr>
        </p:nvSpPr>
        <p:spPr>
          <a:xfrm>
            <a:off x="3543297" y="4343395"/>
            <a:ext cx="2203033" cy="1668785"/>
          </a:xfrm>
          <a:prstGeom prst="rect">
            <a:avLst/>
          </a:prstGeom>
        </p:spPr>
        <p:txBody>
          <a:bodyPr/>
          <a:lstStyle>
            <a:lvl1pPr marL="0" indent="0" algn="l">
              <a:lnSpc>
                <a:spcPct val="100000"/>
              </a:lnSpc>
              <a:spcBef>
                <a:spcPts val="0"/>
              </a:spcBef>
              <a:buNone/>
              <a:defRPr sz="1200">
                <a:solidFill>
                  <a:schemeClr val="accent3"/>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a:t>
            </a:r>
          </a:p>
          <a:p>
            <a:pPr lvl="0"/>
            <a:r>
              <a:rPr lang="en-US"/>
              <a:t>Here’s some placeholder text. Delete this text and add your own text. Here’s some placeholder text. </a:t>
            </a:r>
          </a:p>
        </p:txBody>
      </p:sp>
      <p:sp>
        <p:nvSpPr>
          <p:cNvPr id="60" name="Text Placeholder 9">
            <a:extLst>
              <a:ext uri="{FF2B5EF4-FFF2-40B4-BE49-F238E27FC236}">
                <a16:creationId xmlns:a16="http://schemas.microsoft.com/office/drawing/2014/main" id="{D28401C7-E207-054C-81B8-53521D726FF9}"/>
              </a:ext>
            </a:extLst>
          </p:cNvPr>
          <p:cNvSpPr>
            <a:spLocks noGrp="1"/>
          </p:cNvSpPr>
          <p:nvPr>
            <p:ph type="body" sz="quarter" idx="16" hasCustomPrompt="1"/>
          </p:nvPr>
        </p:nvSpPr>
        <p:spPr>
          <a:xfrm>
            <a:off x="9143997" y="1760215"/>
            <a:ext cx="2203033" cy="1668785"/>
          </a:xfrm>
          <a:prstGeom prst="rect">
            <a:avLst/>
          </a:prstGeom>
        </p:spPr>
        <p:txBody>
          <a:bodyPr/>
          <a:lstStyle>
            <a:lvl1pPr marL="0" indent="0" algn="l">
              <a:lnSpc>
                <a:spcPct val="100000"/>
              </a:lnSpc>
              <a:spcBef>
                <a:spcPts val="0"/>
              </a:spcBef>
              <a:buNone/>
              <a:defRPr sz="1200">
                <a:solidFill>
                  <a:schemeClr val="accent3"/>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a:t>
            </a:r>
          </a:p>
          <a:p>
            <a:pPr lvl="0"/>
            <a:r>
              <a:rPr lang="en-US"/>
              <a:t>Here’s some placeholder text. Delete this text and add your own text. Here’s some placeholder text. </a:t>
            </a:r>
          </a:p>
        </p:txBody>
      </p:sp>
      <p:sp>
        <p:nvSpPr>
          <p:cNvPr id="61" name="Text Placeholder 9">
            <a:extLst>
              <a:ext uri="{FF2B5EF4-FFF2-40B4-BE49-F238E27FC236}">
                <a16:creationId xmlns:a16="http://schemas.microsoft.com/office/drawing/2014/main" id="{6AFCF055-5C8B-834C-8EDD-7E9985F3CB90}"/>
              </a:ext>
            </a:extLst>
          </p:cNvPr>
          <p:cNvSpPr>
            <a:spLocks noGrp="1"/>
          </p:cNvSpPr>
          <p:nvPr>
            <p:ph type="body" sz="quarter" idx="17" hasCustomPrompt="1"/>
          </p:nvPr>
        </p:nvSpPr>
        <p:spPr>
          <a:xfrm>
            <a:off x="9143997" y="4343395"/>
            <a:ext cx="2203033" cy="1668785"/>
          </a:xfrm>
          <a:prstGeom prst="rect">
            <a:avLst/>
          </a:prstGeom>
        </p:spPr>
        <p:txBody>
          <a:bodyPr/>
          <a:lstStyle>
            <a:lvl1pPr marL="0" indent="0" algn="l">
              <a:lnSpc>
                <a:spcPct val="100000"/>
              </a:lnSpc>
              <a:spcBef>
                <a:spcPts val="0"/>
              </a:spcBef>
              <a:buNone/>
              <a:defRPr sz="1200">
                <a:solidFill>
                  <a:schemeClr val="accent3"/>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a:t>
            </a:r>
          </a:p>
          <a:p>
            <a:pPr lvl="0"/>
            <a:r>
              <a:rPr lang="en-US"/>
              <a:t>Here’s some placeholder text. Delete this text and add your own text. Here’s some placeholder text. </a:t>
            </a:r>
          </a:p>
        </p:txBody>
      </p:sp>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3861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ght_Chart_5">
    <p:spTree>
      <p:nvGrpSpPr>
        <p:cNvPr id="1" name=""/>
        <p:cNvGrpSpPr/>
        <p:nvPr/>
      </p:nvGrpSpPr>
      <p:grpSpPr>
        <a:xfrm>
          <a:off x="0" y="0"/>
          <a:ext cx="0" cy="0"/>
          <a:chOff x="0" y="0"/>
          <a:chExt cx="0" cy="0"/>
        </a:xfrm>
      </p:grpSpPr>
      <p:sp>
        <p:nvSpPr>
          <p:cNvPr id="32" name="Text Placeholder 4">
            <a:extLst>
              <a:ext uri="{FF2B5EF4-FFF2-40B4-BE49-F238E27FC236}">
                <a16:creationId xmlns:a16="http://schemas.microsoft.com/office/drawing/2014/main" id="{23E71CA0-03BD-4A45-9836-43933494DBAE}"/>
              </a:ext>
            </a:extLst>
          </p:cNvPr>
          <p:cNvSpPr>
            <a:spLocks noGrp="1"/>
          </p:cNvSpPr>
          <p:nvPr>
            <p:ph type="body" sz="quarter" idx="12" hasCustomPrompt="1"/>
          </p:nvPr>
        </p:nvSpPr>
        <p:spPr>
          <a:xfrm>
            <a:off x="4903172" y="3269959"/>
            <a:ext cx="2424082" cy="1384996"/>
          </a:xfrm>
          <a:prstGeom prst="rect">
            <a:avLst/>
          </a:prstGeom>
        </p:spPr>
        <p:txBody>
          <a:bodyPr/>
          <a:lstStyle>
            <a:lvl1pPr marL="0" indent="0" algn="ctr">
              <a:lnSpc>
                <a:spcPct val="100000"/>
              </a:lnSpc>
              <a:spcBef>
                <a:spcPts val="0"/>
              </a:spcBef>
              <a:buNone/>
              <a:defRPr sz="28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Process or Lifecycle Chart</a:t>
            </a:r>
          </a:p>
        </p:txBody>
      </p:sp>
      <p:sp>
        <p:nvSpPr>
          <p:cNvPr id="15" name="Text Placeholder 4">
            <a:extLst>
              <a:ext uri="{FF2B5EF4-FFF2-40B4-BE49-F238E27FC236}">
                <a16:creationId xmlns:a16="http://schemas.microsoft.com/office/drawing/2014/main" id="{1851909F-627D-4449-8A3C-9160D5388365}"/>
              </a:ext>
            </a:extLst>
          </p:cNvPr>
          <p:cNvSpPr>
            <a:spLocks noGrp="1"/>
          </p:cNvSpPr>
          <p:nvPr>
            <p:ph type="body" sz="quarter" idx="10" hasCustomPrompt="1"/>
          </p:nvPr>
        </p:nvSpPr>
        <p:spPr>
          <a:xfrm>
            <a:off x="530605" y="1952379"/>
            <a:ext cx="2324639" cy="637553"/>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Chart Headline Can Go Here</a:t>
            </a:r>
          </a:p>
        </p:txBody>
      </p:sp>
      <p:sp>
        <p:nvSpPr>
          <p:cNvPr id="19" name="Text Placeholder 9">
            <a:extLst>
              <a:ext uri="{FF2B5EF4-FFF2-40B4-BE49-F238E27FC236}">
                <a16:creationId xmlns:a16="http://schemas.microsoft.com/office/drawing/2014/main" id="{53E07DB9-D197-C34A-80B3-DE3861AD269A}"/>
              </a:ext>
            </a:extLst>
          </p:cNvPr>
          <p:cNvSpPr>
            <a:spLocks noGrp="1"/>
          </p:cNvSpPr>
          <p:nvPr>
            <p:ph type="body" sz="quarter" idx="11" hasCustomPrompt="1"/>
          </p:nvPr>
        </p:nvSpPr>
        <p:spPr>
          <a:xfrm>
            <a:off x="536264" y="2560748"/>
            <a:ext cx="2318982" cy="3112853"/>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a:p>
            <a:pPr lvl="0"/>
            <a:endParaRPr lang="en-US"/>
          </a:p>
          <a:p>
            <a:pPr lvl="0"/>
            <a:r>
              <a:rPr lang="en-US"/>
              <a:t>Here’s some placeholder text. Delete this text and add your own text. Here’s some placeholder text. Delete this text and add your own text. Here’s some placeholder text. Delete this text and add your own text. Here’s some placeholder text. Delete this text and add your own text.</a:t>
            </a:r>
          </a:p>
        </p:txBody>
      </p:sp>
      <p:pic>
        <p:nvPicPr>
          <p:cNvPr id="28" name="Picture 27">
            <a:extLst>
              <a:ext uri="{FF2B5EF4-FFF2-40B4-BE49-F238E27FC236}">
                <a16:creationId xmlns:a16="http://schemas.microsoft.com/office/drawing/2014/main" id="{DBA833F3-491A-0747-B537-47F8EDE4DD7F}"/>
              </a:ext>
            </a:extLst>
          </p:cNvPr>
          <p:cNvPicPr>
            <a:picLocks noChangeAspect="1"/>
          </p:cNvPicPr>
          <p:nvPr userDrawn="1"/>
        </p:nvPicPr>
        <p:blipFill>
          <a:blip r:embed="rId2"/>
          <a:stretch>
            <a:fillRect/>
          </a:stretch>
        </p:blipFill>
        <p:spPr>
          <a:xfrm rot="5400000">
            <a:off x="-922626" y="5287866"/>
            <a:ext cx="2735393" cy="2644967"/>
          </a:xfrm>
          <a:prstGeom prst="rect">
            <a:avLst/>
          </a:prstGeom>
        </p:spPr>
      </p:pic>
      <p:pic>
        <p:nvPicPr>
          <p:cNvPr id="29" name="Picture 28">
            <a:extLst>
              <a:ext uri="{FF2B5EF4-FFF2-40B4-BE49-F238E27FC236}">
                <a16:creationId xmlns:a16="http://schemas.microsoft.com/office/drawing/2014/main" id="{D0C5A61A-83A6-B449-AC11-850E231E7DA4}"/>
              </a:ext>
            </a:extLst>
          </p:cNvPr>
          <p:cNvPicPr>
            <a:picLocks noChangeAspect="1"/>
          </p:cNvPicPr>
          <p:nvPr userDrawn="1"/>
        </p:nvPicPr>
        <p:blipFill>
          <a:blip r:embed="rId3"/>
          <a:stretch>
            <a:fillRect/>
          </a:stretch>
        </p:blipFill>
        <p:spPr>
          <a:xfrm rot="18787891">
            <a:off x="-678560" y="5455146"/>
            <a:ext cx="2150200" cy="2101332"/>
          </a:xfrm>
          <a:prstGeom prst="rect">
            <a:avLst/>
          </a:prstGeom>
        </p:spPr>
      </p:pic>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BC55983-4FFD-B543-B169-D41F2DA0AB0A}"/>
              </a:ext>
            </a:extLst>
          </p:cNvPr>
          <p:cNvCxnSpPr>
            <a:cxnSpLocks/>
          </p:cNvCxnSpPr>
          <p:nvPr userDrawn="1"/>
        </p:nvCxnSpPr>
        <p:spPr>
          <a:xfrm>
            <a:off x="3017236" y="1371600"/>
            <a:ext cx="0" cy="49149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D1C0EB6-886A-704A-BE26-B8C8E42BB7A5}"/>
              </a:ext>
            </a:extLst>
          </p:cNvPr>
          <p:cNvCxnSpPr>
            <a:cxnSpLocks/>
          </p:cNvCxnSpPr>
          <p:nvPr userDrawn="1"/>
        </p:nvCxnSpPr>
        <p:spPr>
          <a:xfrm>
            <a:off x="9144000" y="1371600"/>
            <a:ext cx="0" cy="49149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0DC7BF6-9D55-E547-B7D6-6BAA4C2EB859}"/>
              </a:ext>
            </a:extLst>
          </p:cNvPr>
          <p:cNvCxnSpPr/>
          <p:nvPr userDrawn="1"/>
        </p:nvCxnSpPr>
        <p:spPr>
          <a:xfrm>
            <a:off x="9818451" y="3709481"/>
            <a:ext cx="142672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5786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ght_By_the_Numbers_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EDF90F7-7DF0-894F-A880-C4330A387C52}"/>
              </a:ext>
            </a:extLst>
          </p:cNvPr>
          <p:cNvSpPr/>
          <p:nvPr userDrawn="1"/>
        </p:nvSpPr>
        <p:spPr>
          <a:xfrm>
            <a:off x="7106545" y="2970174"/>
            <a:ext cx="2325890" cy="3326298"/>
          </a:xfrm>
          <a:prstGeom prst="rect">
            <a:avLst/>
          </a:prstGeom>
          <a:solidFill>
            <a:srgbClr val="9ED6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BD9F2"/>
              </a:solidFill>
            </a:endParaRPr>
          </a:p>
        </p:txBody>
      </p:sp>
      <p:sp>
        <p:nvSpPr>
          <p:cNvPr id="67" name="Text Placeholder 66">
            <a:extLst>
              <a:ext uri="{FF2B5EF4-FFF2-40B4-BE49-F238E27FC236}">
                <a16:creationId xmlns:a16="http://schemas.microsoft.com/office/drawing/2014/main" id="{5EE665F8-FC4E-744A-8C0D-66EC57D84B8D}"/>
              </a:ext>
            </a:extLst>
          </p:cNvPr>
          <p:cNvSpPr>
            <a:spLocks noGrp="1"/>
          </p:cNvSpPr>
          <p:nvPr>
            <p:ph type="body" sz="quarter" idx="38" hasCustomPrompt="1"/>
          </p:nvPr>
        </p:nvSpPr>
        <p:spPr>
          <a:xfrm>
            <a:off x="7103678" y="3203709"/>
            <a:ext cx="2325891" cy="490201"/>
          </a:xfrm>
          <a:prstGeom prst="rect">
            <a:avLst/>
          </a:prstGeom>
        </p:spPr>
        <p:txBody>
          <a:bodyPr/>
          <a:lstStyle>
            <a:lvl1pPr marL="0" indent="0" algn="ctr">
              <a:buNone/>
              <a:defRPr sz="3600">
                <a:latin typeface="+mj-lt"/>
              </a:defRPr>
            </a:lvl1pPr>
            <a:lvl2pPr>
              <a:buNone/>
              <a:defRPr sz="3600">
                <a:latin typeface="+mj-lt"/>
              </a:defRPr>
            </a:lvl2pPr>
            <a:lvl3pPr>
              <a:buNone/>
              <a:defRPr sz="3600">
                <a:latin typeface="+mj-lt"/>
              </a:defRPr>
            </a:lvl3pPr>
            <a:lvl4pPr>
              <a:buNone/>
              <a:defRPr sz="3600">
                <a:latin typeface="+mj-lt"/>
              </a:defRPr>
            </a:lvl4pPr>
            <a:lvl5pPr>
              <a:buNone/>
              <a:defRPr sz="3600">
                <a:latin typeface="+mj-lt"/>
              </a:defRPr>
            </a:lvl5pPr>
          </a:lstStyle>
          <a:p>
            <a:pPr lvl="0"/>
            <a:r>
              <a:rPr lang="en-US"/>
              <a:t>75.8M</a:t>
            </a:r>
          </a:p>
        </p:txBody>
      </p:sp>
      <p:sp>
        <p:nvSpPr>
          <p:cNvPr id="68" name="Text Placeholder 66">
            <a:extLst>
              <a:ext uri="{FF2B5EF4-FFF2-40B4-BE49-F238E27FC236}">
                <a16:creationId xmlns:a16="http://schemas.microsoft.com/office/drawing/2014/main" id="{084D7B1A-0CCE-9B43-A40C-C145A0556C81}"/>
              </a:ext>
            </a:extLst>
          </p:cNvPr>
          <p:cNvSpPr>
            <a:spLocks noGrp="1"/>
          </p:cNvSpPr>
          <p:nvPr>
            <p:ph type="body" sz="quarter" idx="39" hasCustomPrompt="1"/>
          </p:nvPr>
        </p:nvSpPr>
        <p:spPr>
          <a:xfrm>
            <a:off x="7108091" y="3691965"/>
            <a:ext cx="2325891" cy="673282"/>
          </a:xfrm>
          <a:prstGeom prst="rect">
            <a:avLst/>
          </a:prstGeom>
        </p:spPr>
        <p:txBody>
          <a:bodyPr/>
          <a:lstStyle>
            <a:lvl1pPr marL="0" indent="0" algn="ctr">
              <a:lnSpc>
                <a:spcPct val="85000"/>
              </a:lnSpc>
              <a:buNone/>
              <a:defRPr sz="2400">
                <a:latin typeface="+mj-lt"/>
              </a:defRPr>
            </a:lvl1pPr>
            <a:lvl2pPr>
              <a:buNone/>
              <a:defRPr sz="3600">
                <a:latin typeface="+mj-lt"/>
              </a:defRPr>
            </a:lvl2pPr>
            <a:lvl3pPr>
              <a:buNone/>
              <a:defRPr sz="3600">
                <a:latin typeface="+mj-lt"/>
              </a:defRPr>
            </a:lvl3pPr>
            <a:lvl4pPr>
              <a:buNone/>
              <a:defRPr sz="3600">
                <a:latin typeface="+mj-lt"/>
              </a:defRPr>
            </a:lvl4pPr>
            <a:lvl5pPr>
              <a:buNone/>
              <a:defRPr sz="3600">
                <a:latin typeface="+mj-lt"/>
              </a:defRPr>
            </a:lvl5pPr>
          </a:lstStyle>
          <a:p>
            <a:pPr lvl="0"/>
            <a:r>
              <a:rPr lang="en-US"/>
              <a:t>Active Customers</a:t>
            </a:r>
          </a:p>
        </p:txBody>
      </p:sp>
      <p:sp>
        <p:nvSpPr>
          <p:cNvPr id="50" name="Text Placeholder 49">
            <a:extLst>
              <a:ext uri="{FF2B5EF4-FFF2-40B4-BE49-F238E27FC236}">
                <a16:creationId xmlns:a16="http://schemas.microsoft.com/office/drawing/2014/main" id="{F6FAB2A1-3D0B-CD45-B8BE-C83540083641}"/>
              </a:ext>
            </a:extLst>
          </p:cNvPr>
          <p:cNvSpPr>
            <a:spLocks noGrp="1"/>
          </p:cNvSpPr>
          <p:nvPr>
            <p:ph type="body" sz="quarter" idx="22" hasCustomPrompt="1"/>
          </p:nvPr>
        </p:nvSpPr>
        <p:spPr>
          <a:xfrm>
            <a:off x="5012460" y="2903880"/>
            <a:ext cx="1900772" cy="329878"/>
          </a:xfrm>
          <a:prstGeom prst="rect">
            <a:avLst/>
          </a:prstGeom>
        </p:spPr>
        <p:txBody>
          <a:bodyPr/>
          <a:lstStyle>
            <a:lvl1pPr marL="0" indent="0">
              <a:buNone/>
              <a:defRPr sz="2000">
                <a:latin typeface="+mj-lt"/>
              </a:defRPr>
            </a:lvl1pPr>
          </a:lstStyle>
          <a:p>
            <a:pPr lvl="0"/>
            <a:r>
              <a:rPr lang="en-US"/>
              <a:t>XX%</a:t>
            </a:r>
          </a:p>
        </p:txBody>
      </p:sp>
      <p:sp>
        <p:nvSpPr>
          <p:cNvPr id="51" name="Text Placeholder 49">
            <a:extLst>
              <a:ext uri="{FF2B5EF4-FFF2-40B4-BE49-F238E27FC236}">
                <a16:creationId xmlns:a16="http://schemas.microsoft.com/office/drawing/2014/main" id="{1E3BC9CD-B5EF-B84F-9A5B-209D0D7D4B61}"/>
              </a:ext>
            </a:extLst>
          </p:cNvPr>
          <p:cNvSpPr>
            <a:spLocks noGrp="1"/>
          </p:cNvSpPr>
          <p:nvPr>
            <p:ph type="body" sz="quarter" idx="23" hasCustomPrompt="1"/>
          </p:nvPr>
        </p:nvSpPr>
        <p:spPr>
          <a:xfrm>
            <a:off x="5012460" y="3182159"/>
            <a:ext cx="1900772" cy="512908"/>
          </a:xfrm>
          <a:prstGeom prst="rect">
            <a:avLst/>
          </a:prstGeom>
        </p:spPr>
        <p:txBody>
          <a:bodyPr/>
          <a:lstStyle>
            <a:lvl1pPr marL="0" indent="0">
              <a:lnSpc>
                <a:spcPct val="100000"/>
              </a:lnSpc>
              <a:buNone/>
              <a:defRPr sz="900">
                <a:solidFill>
                  <a:srgbClr val="7F7F7F"/>
                </a:solidFill>
                <a:latin typeface="+mn-lt"/>
              </a:defRPr>
            </a:lvl1pPr>
          </a:lstStyle>
          <a:p>
            <a:pPr lvl="0"/>
            <a:r>
              <a:rPr lang="en-US"/>
              <a:t>Descriptor about the statistic will go in this space here and can be up to 3 lines of copy long</a:t>
            </a:r>
          </a:p>
          <a:p>
            <a:pPr lvl="0"/>
            <a:endParaRPr lang="en-US"/>
          </a:p>
        </p:txBody>
      </p:sp>
      <p:sp>
        <p:nvSpPr>
          <p:cNvPr id="52" name="Text Placeholder 49">
            <a:extLst>
              <a:ext uri="{FF2B5EF4-FFF2-40B4-BE49-F238E27FC236}">
                <a16:creationId xmlns:a16="http://schemas.microsoft.com/office/drawing/2014/main" id="{202CDCA9-A78B-C240-BF41-DB1578EE097A}"/>
              </a:ext>
            </a:extLst>
          </p:cNvPr>
          <p:cNvSpPr>
            <a:spLocks noGrp="1"/>
          </p:cNvSpPr>
          <p:nvPr>
            <p:ph type="body" sz="quarter" idx="24" hasCustomPrompt="1"/>
          </p:nvPr>
        </p:nvSpPr>
        <p:spPr>
          <a:xfrm>
            <a:off x="5012460" y="3756807"/>
            <a:ext cx="1900772" cy="329878"/>
          </a:xfrm>
          <a:prstGeom prst="rect">
            <a:avLst/>
          </a:prstGeom>
        </p:spPr>
        <p:txBody>
          <a:bodyPr/>
          <a:lstStyle>
            <a:lvl1pPr marL="0" indent="0">
              <a:buNone/>
              <a:defRPr sz="2000">
                <a:latin typeface="+mj-lt"/>
              </a:defRPr>
            </a:lvl1pPr>
          </a:lstStyle>
          <a:p>
            <a:pPr lvl="0"/>
            <a:r>
              <a:rPr lang="en-US"/>
              <a:t>$XXM</a:t>
            </a:r>
          </a:p>
        </p:txBody>
      </p:sp>
      <p:sp>
        <p:nvSpPr>
          <p:cNvPr id="53" name="Text Placeholder 49">
            <a:extLst>
              <a:ext uri="{FF2B5EF4-FFF2-40B4-BE49-F238E27FC236}">
                <a16:creationId xmlns:a16="http://schemas.microsoft.com/office/drawing/2014/main" id="{74C03325-FE8D-7E49-9ABD-E79135496123}"/>
              </a:ext>
            </a:extLst>
          </p:cNvPr>
          <p:cNvSpPr>
            <a:spLocks noGrp="1"/>
          </p:cNvSpPr>
          <p:nvPr>
            <p:ph type="body" sz="quarter" idx="25" hasCustomPrompt="1"/>
          </p:nvPr>
        </p:nvSpPr>
        <p:spPr>
          <a:xfrm>
            <a:off x="5012460" y="4035086"/>
            <a:ext cx="1900772" cy="512908"/>
          </a:xfrm>
          <a:prstGeom prst="rect">
            <a:avLst/>
          </a:prstGeom>
        </p:spPr>
        <p:txBody>
          <a:bodyPr/>
          <a:lstStyle>
            <a:lvl1pPr marL="0" indent="0">
              <a:lnSpc>
                <a:spcPct val="100000"/>
              </a:lnSpc>
              <a:buNone/>
              <a:defRPr sz="900">
                <a:solidFill>
                  <a:srgbClr val="7F7F7F"/>
                </a:solidFill>
                <a:latin typeface="+mn-lt"/>
              </a:defRPr>
            </a:lvl1pPr>
          </a:lstStyle>
          <a:p>
            <a:pPr lvl="0"/>
            <a:r>
              <a:rPr lang="en-US"/>
              <a:t>Descriptor about the statistic will go in this space here and can be up to 3 lines of copy long</a:t>
            </a:r>
          </a:p>
          <a:p>
            <a:pPr lvl="0"/>
            <a:endParaRPr lang="en-US"/>
          </a:p>
        </p:txBody>
      </p:sp>
      <p:sp>
        <p:nvSpPr>
          <p:cNvPr id="54" name="Text Placeholder 49">
            <a:extLst>
              <a:ext uri="{FF2B5EF4-FFF2-40B4-BE49-F238E27FC236}">
                <a16:creationId xmlns:a16="http://schemas.microsoft.com/office/drawing/2014/main" id="{61E25B71-8077-5343-8CD7-75556CE94F13}"/>
              </a:ext>
            </a:extLst>
          </p:cNvPr>
          <p:cNvSpPr>
            <a:spLocks noGrp="1"/>
          </p:cNvSpPr>
          <p:nvPr>
            <p:ph type="body" sz="quarter" idx="26" hasCustomPrompt="1"/>
          </p:nvPr>
        </p:nvSpPr>
        <p:spPr>
          <a:xfrm>
            <a:off x="5012460" y="4609735"/>
            <a:ext cx="1900772" cy="329878"/>
          </a:xfrm>
          <a:prstGeom prst="rect">
            <a:avLst/>
          </a:prstGeom>
        </p:spPr>
        <p:txBody>
          <a:bodyPr/>
          <a:lstStyle>
            <a:lvl1pPr marL="0" indent="0">
              <a:buNone/>
              <a:defRPr sz="2000">
                <a:latin typeface="+mj-lt"/>
              </a:defRPr>
            </a:lvl1pPr>
          </a:lstStyle>
          <a:p>
            <a:pPr lvl="0"/>
            <a:r>
              <a:rPr lang="en-US"/>
              <a:t>XXX XXXXX</a:t>
            </a:r>
          </a:p>
        </p:txBody>
      </p:sp>
      <p:sp>
        <p:nvSpPr>
          <p:cNvPr id="55" name="Text Placeholder 49">
            <a:extLst>
              <a:ext uri="{FF2B5EF4-FFF2-40B4-BE49-F238E27FC236}">
                <a16:creationId xmlns:a16="http://schemas.microsoft.com/office/drawing/2014/main" id="{F5741DA7-16E6-9642-A941-9E2B64CDAAA5}"/>
              </a:ext>
            </a:extLst>
          </p:cNvPr>
          <p:cNvSpPr>
            <a:spLocks noGrp="1"/>
          </p:cNvSpPr>
          <p:nvPr>
            <p:ph type="body" sz="quarter" idx="27" hasCustomPrompt="1"/>
          </p:nvPr>
        </p:nvSpPr>
        <p:spPr>
          <a:xfrm>
            <a:off x="5012460" y="4888014"/>
            <a:ext cx="1900772" cy="512908"/>
          </a:xfrm>
          <a:prstGeom prst="rect">
            <a:avLst/>
          </a:prstGeom>
        </p:spPr>
        <p:txBody>
          <a:bodyPr/>
          <a:lstStyle>
            <a:lvl1pPr marL="0" indent="0">
              <a:lnSpc>
                <a:spcPct val="100000"/>
              </a:lnSpc>
              <a:buNone/>
              <a:defRPr sz="900">
                <a:solidFill>
                  <a:srgbClr val="7F7F7F"/>
                </a:solidFill>
                <a:latin typeface="+mn-lt"/>
              </a:defRPr>
            </a:lvl1pPr>
          </a:lstStyle>
          <a:p>
            <a:pPr lvl="0"/>
            <a:r>
              <a:rPr lang="en-US"/>
              <a:t>Descriptor about the statistic will go in this space here and can be up to 3 lines of copy long</a:t>
            </a:r>
          </a:p>
          <a:p>
            <a:pPr lvl="0"/>
            <a:endParaRPr lang="en-US"/>
          </a:p>
        </p:txBody>
      </p:sp>
      <p:sp>
        <p:nvSpPr>
          <p:cNvPr id="56" name="Text Placeholder 49">
            <a:extLst>
              <a:ext uri="{FF2B5EF4-FFF2-40B4-BE49-F238E27FC236}">
                <a16:creationId xmlns:a16="http://schemas.microsoft.com/office/drawing/2014/main" id="{B10CCA85-A1C0-F440-B956-C33848179138}"/>
              </a:ext>
            </a:extLst>
          </p:cNvPr>
          <p:cNvSpPr>
            <a:spLocks noGrp="1"/>
          </p:cNvSpPr>
          <p:nvPr>
            <p:ph type="body" sz="quarter" idx="28" hasCustomPrompt="1"/>
          </p:nvPr>
        </p:nvSpPr>
        <p:spPr>
          <a:xfrm>
            <a:off x="5012460" y="5462663"/>
            <a:ext cx="1900772" cy="329878"/>
          </a:xfrm>
          <a:prstGeom prst="rect">
            <a:avLst/>
          </a:prstGeom>
        </p:spPr>
        <p:txBody>
          <a:bodyPr/>
          <a:lstStyle>
            <a:lvl1pPr marL="0" indent="0">
              <a:buNone/>
              <a:defRPr sz="2000">
                <a:latin typeface="+mj-lt"/>
              </a:defRPr>
            </a:lvl1pPr>
          </a:lstStyle>
          <a:p>
            <a:pPr lvl="0"/>
            <a:r>
              <a:rPr lang="en-US"/>
              <a:t>XXXK</a:t>
            </a:r>
          </a:p>
        </p:txBody>
      </p:sp>
      <p:sp>
        <p:nvSpPr>
          <p:cNvPr id="57" name="Text Placeholder 49">
            <a:extLst>
              <a:ext uri="{FF2B5EF4-FFF2-40B4-BE49-F238E27FC236}">
                <a16:creationId xmlns:a16="http://schemas.microsoft.com/office/drawing/2014/main" id="{AD766C78-8A4E-4A40-B131-79745A037D5C}"/>
              </a:ext>
            </a:extLst>
          </p:cNvPr>
          <p:cNvSpPr>
            <a:spLocks noGrp="1"/>
          </p:cNvSpPr>
          <p:nvPr>
            <p:ph type="body" sz="quarter" idx="29" hasCustomPrompt="1"/>
          </p:nvPr>
        </p:nvSpPr>
        <p:spPr>
          <a:xfrm>
            <a:off x="5012460" y="5740942"/>
            <a:ext cx="1900772" cy="512908"/>
          </a:xfrm>
          <a:prstGeom prst="rect">
            <a:avLst/>
          </a:prstGeom>
        </p:spPr>
        <p:txBody>
          <a:bodyPr/>
          <a:lstStyle>
            <a:lvl1pPr marL="0" indent="0">
              <a:lnSpc>
                <a:spcPct val="100000"/>
              </a:lnSpc>
              <a:buNone/>
              <a:defRPr sz="900">
                <a:solidFill>
                  <a:srgbClr val="7F7F7F"/>
                </a:solidFill>
                <a:latin typeface="+mn-lt"/>
              </a:defRPr>
            </a:lvl1pPr>
          </a:lstStyle>
          <a:p>
            <a:pPr lvl="0"/>
            <a:r>
              <a:rPr lang="en-US"/>
              <a:t>Descriptor about the statistic will go in this space here and can be up to 3 lines of copy long</a:t>
            </a:r>
          </a:p>
          <a:p>
            <a:pPr lvl="0"/>
            <a:endParaRPr lang="en-US"/>
          </a:p>
        </p:txBody>
      </p:sp>
      <p:sp>
        <p:nvSpPr>
          <p:cNvPr id="58" name="Text Placeholder 49">
            <a:extLst>
              <a:ext uri="{FF2B5EF4-FFF2-40B4-BE49-F238E27FC236}">
                <a16:creationId xmlns:a16="http://schemas.microsoft.com/office/drawing/2014/main" id="{7D161244-F82D-114D-8B6F-0EFFC7845FB1}"/>
              </a:ext>
            </a:extLst>
          </p:cNvPr>
          <p:cNvSpPr>
            <a:spLocks noGrp="1"/>
          </p:cNvSpPr>
          <p:nvPr>
            <p:ph type="body" sz="quarter" idx="30" hasCustomPrompt="1"/>
          </p:nvPr>
        </p:nvSpPr>
        <p:spPr>
          <a:xfrm>
            <a:off x="9622881" y="2903880"/>
            <a:ext cx="1900772" cy="329878"/>
          </a:xfrm>
          <a:prstGeom prst="rect">
            <a:avLst/>
          </a:prstGeom>
        </p:spPr>
        <p:txBody>
          <a:bodyPr/>
          <a:lstStyle>
            <a:lvl1pPr marL="0" indent="0">
              <a:buNone/>
              <a:defRPr sz="2000">
                <a:latin typeface="+mj-lt"/>
              </a:defRPr>
            </a:lvl1pPr>
          </a:lstStyle>
          <a:p>
            <a:pPr lvl="0"/>
            <a:r>
              <a:rPr lang="en-US"/>
              <a:t>XX%</a:t>
            </a:r>
          </a:p>
        </p:txBody>
      </p:sp>
      <p:sp>
        <p:nvSpPr>
          <p:cNvPr id="59" name="Text Placeholder 49">
            <a:extLst>
              <a:ext uri="{FF2B5EF4-FFF2-40B4-BE49-F238E27FC236}">
                <a16:creationId xmlns:a16="http://schemas.microsoft.com/office/drawing/2014/main" id="{BD5A5642-E1E1-E042-98AF-4D0BF3B84BAE}"/>
              </a:ext>
            </a:extLst>
          </p:cNvPr>
          <p:cNvSpPr>
            <a:spLocks noGrp="1"/>
          </p:cNvSpPr>
          <p:nvPr>
            <p:ph type="body" sz="quarter" idx="31" hasCustomPrompt="1"/>
          </p:nvPr>
        </p:nvSpPr>
        <p:spPr>
          <a:xfrm>
            <a:off x="9622881" y="3182159"/>
            <a:ext cx="1900772" cy="512908"/>
          </a:xfrm>
          <a:prstGeom prst="rect">
            <a:avLst/>
          </a:prstGeom>
        </p:spPr>
        <p:txBody>
          <a:bodyPr/>
          <a:lstStyle>
            <a:lvl1pPr marL="0" indent="0">
              <a:lnSpc>
                <a:spcPct val="100000"/>
              </a:lnSpc>
              <a:buNone/>
              <a:defRPr sz="900">
                <a:solidFill>
                  <a:srgbClr val="7F7F7F"/>
                </a:solidFill>
                <a:latin typeface="+mn-lt"/>
              </a:defRPr>
            </a:lvl1pPr>
          </a:lstStyle>
          <a:p>
            <a:pPr lvl="0"/>
            <a:r>
              <a:rPr lang="en-US"/>
              <a:t>Descriptor about the statistic will go in this space here and can be up to 3 lines of copy long</a:t>
            </a:r>
          </a:p>
          <a:p>
            <a:pPr lvl="0"/>
            <a:endParaRPr lang="en-US"/>
          </a:p>
        </p:txBody>
      </p:sp>
      <p:sp>
        <p:nvSpPr>
          <p:cNvPr id="60" name="Text Placeholder 49">
            <a:extLst>
              <a:ext uri="{FF2B5EF4-FFF2-40B4-BE49-F238E27FC236}">
                <a16:creationId xmlns:a16="http://schemas.microsoft.com/office/drawing/2014/main" id="{1D7E6167-D218-4A4D-9AF8-A92DA35ED79F}"/>
              </a:ext>
            </a:extLst>
          </p:cNvPr>
          <p:cNvSpPr>
            <a:spLocks noGrp="1"/>
          </p:cNvSpPr>
          <p:nvPr>
            <p:ph type="body" sz="quarter" idx="32" hasCustomPrompt="1"/>
          </p:nvPr>
        </p:nvSpPr>
        <p:spPr>
          <a:xfrm>
            <a:off x="9622881" y="3756807"/>
            <a:ext cx="1900772" cy="329878"/>
          </a:xfrm>
          <a:prstGeom prst="rect">
            <a:avLst/>
          </a:prstGeom>
        </p:spPr>
        <p:txBody>
          <a:bodyPr/>
          <a:lstStyle>
            <a:lvl1pPr marL="0" indent="0">
              <a:buNone/>
              <a:defRPr sz="2000">
                <a:latin typeface="+mj-lt"/>
              </a:defRPr>
            </a:lvl1pPr>
          </a:lstStyle>
          <a:p>
            <a:pPr lvl="0"/>
            <a:r>
              <a:rPr lang="en-US"/>
              <a:t>$XXM</a:t>
            </a:r>
          </a:p>
        </p:txBody>
      </p:sp>
      <p:sp>
        <p:nvSpPr>
          <p:cNvPr id="61" name="Text Placeholder 49">
            <a:extLst>
              <a:ext uri="{FF2B5EF4-FFF2-40B4-BE49-F238E27FC236}">
                <a16:creationId xmlns:a16="http://schemas.microsoft.com/office/drawing/2014/main" id="{4F7DFE31-96E3-0E4C-9649-DA5EEFE824B3}"/>
              </a:ext>
            </a:extLst>
          </p:cNvPr>
          <p:cNvSpPr>
            <a:spLocks noGrp="1"/>
          </p:cNvSpPr>
          <p:nvPr>
            <p:ph type="body" sz="quarter" idx="33" hasCustomPrompt="1"/>
          </p:nvPr>
        </p:nvSpPr>
        <p:spPr>
          <a:xfrm>
            <a:off x="9622881" y="4035086"/>
            <a:ext cx="1900772" cy="512908"/>
          </a:xfrm>
          <a:prstGeom prst="rect">
            <a:avLst/>
          </a:prstGeom>
        </p:spPr>
        <p:txBody>
          <a:bodyPr/>
          <a:lstStyle>
            <a:lvl1pPr marL="0" indent="0">
              <a:lnSpc>
                <a:spcPct val="100000"/>
              </a:lnSpc>
              <a:buNone/>
              <a:defRPr sz="900">
                <a:solidFill>
                  <a:srgbClr val="7F7F7F"/>
                </a:solidFill>
                <a:latin typeface="+mn-lt"/>
              </a:defRPr>
            </a:lvl1pPr>
          </a:lstStyle>
          <a:p>
            <a:pPr lvl="0"/>
            <a:r>
              <a:rPr lang="en-US"/>
              <a:t>Descriptor about the statistic will go in this space here and can be up to 3 lines of copy long</a:t>
            </a:r>
          </a:p>
          <a:p>
            <a:pPr lvl="0"/>
            <a:endParaRPr lang="en-US"/>
          </a:p>
        </p:txBody>
      </p:sp>
      <p:sp>
        <p:nvSpPr>
          <p:cNvPr id="62" name="Text Placeholder 49">
            <a:extLst>
              <a:ext uri="{FF2B5EF4-FFF2-40B4-BE49-F238E27FC236}">
                <a16:creationId xmlns:a16="http://schemas.microsoft.com/office/drawing/2014/main" id="{6D8821B3-A299-4C47-813A-4F2BD5B0C005}"/>
              </a:ext>
            </a:extLst>
          </p:cNvPr>
          <p:cNvSpPr>
            <a:spLocks noGrp="1"/>
          </p:cNvSpPr>
          <p:nvPr>
            <p:ph type="body" sz="quarter" idx="34" hasCustomPrompt="1"/>
          </p:nvPr>
        </p:nvSpPr>
        <p:spPr>
          <a:xfrm>
            <a:off x="9622881" y="4609735"/>
            <a:ext cx="1900772" cy="329878"/>
          </a:xfrm>
          <a:prstGeom prst="rect">
            <a:avLst/>
          </a:prstGeom>
        </p:spPr>
        <p:txBody>
          <a:bodyPr/>
          <a:lstStyle>
            <a:lvl1pPr marL="0" indent="0">
              <a:buNone/>
              <a:defRPr sz="2000">
                <a:latin typeface="+mj-lt"/>
              </a:defRPr>
            </a:lvl1pPr>
          </a:lstStyle>
          <a:p>
            <a:pPr lvl="0"/>
            <a:r>
              <a:rPr lang="en-US"/>
              <a:t>XXX XXXXX</a:t>
            </a:r>
          </a:p>
        </p:txBody>
      </p:sp>
      <p:sp>
        <p:nvSpPr>
          <p:cNvPr id="63" name="Text Placeholder 49">
            <a:extLst>
              <a:ext uri="{FF2B5EF4-FFF2-40B4-BE49-F238E27FC236}">
                <a16:creationId xmlns:a16="http://schemas.microsoft.com/office/drawing/2014/main" id="{A26C5835-4E0D-4C4C-BA6B-90C94B84531A}"/>
              </a:ext>
            </a:extLst>
          </p:cNvPr>
          <p:cNvSpPr>
            <a:spLocks noGrp="1"/>
          </p:cNvSpPr>
          <p:nvPr>
            <p:ph type="body" sz="quarter" idx="35" hasCustomPrompt="1"/>
          </p:nvPr>
        </p:nvSpPr>
        <p:spPr>
          <a:xfrm>
            <a:off x="9622881" y="4888014"/>
            <a:ext cx="1900772" cy="512908"/>
          </a:xfrm>
          <a:prstGeom prst="rect">
            <a:avLst/>
          </a:prstGeom>
        </p:spPr>
        <p:txBody>
          <a:bodyPr/>
          <a:lstStyle>
            <a:lvl1pPr marL="0" indent="0">
              <a:lnSpc>
                <a:spcPct val="100000"/>
              </a:lnSpc>
              <a:buNone/>
              <a:defRPr sz="900">
                <a:solidFill>
                  <a:srgbClr val="7F7F7F"/>
                </a:solidFill>
                <a:latin typeface="+mn-lt"/>
              </a:defRPr>
            </a:lvl1pPr>
          </a:lstStyle>
          <a:p>
            <a:pPr lvl="0"/>
            <a:r>
              <a:rPr lang="en-US"/>
              <a:t>Descriptor about the statistic will go in this space here and can be up to 3 lines of copy long</a:t>
            </a:r>
          </a:p>
          <a:p>
            <a:pPr lvl="0"/>
            <a:endParaRPr lang="en-US"/>
          </a:p>
        </p:txBody>
      </p:sp>
      <p:sp>
        <p:nvSpPr>
          <p:cNvPr id="64" name="Text Placeholder 49">
            <a:extLst>
              <a:ext uri="{FF2B5EF4-FFF2-40B4-BE49-F238E27FC236}">
                <a16:creationId xmlns:a16="http://schemas.microsoft.com/office/drawing/2014/main" id="{A0A09869-6229-844E-B3CD-95CD4E13B4B2}"/>
              </a:ext>
            </a:extLst>
          </p:cNvPr>
          <p:cNvSpPr>
            <a:spLocks noGrp="1"/>
          </p:cNvSpPr>
          <p:nvPr>
            <p:ph type="body" sz="quarter" idx="36" hasCustomPrompt="1"/>
          </p:nvPr>
        </p:nvSpPr>
        <p:spPr>
          <a:xfrm>
            <a:off x="9622881" y="5462663"/>
            <a:ext cx="1900772" cy="329878"/>
          </a:xfrm>
          <a:prstGeom prst="rect">
            <a:avLst/>
          </a:prstGeom>
        </p:spPr>
        <p:txBody>
          <a:bodyPr/>
          <a:lstStyle>
            <a:lvl1pPr marL="0" indent="0">
              <a:buNone/>
              <a:defRPr sz="2000">
                <a:latin typeface="+mj-lt"/>
              </a:defRPr>
            </a:lvl1pPr>
          </a:lstStyle>
          <a:p>
            <a:pPr lvl="0"/>
            <a:r>
              <a:rPr lang="en-US"/>
              <a:t>XXXK</a:t>
            </a:r>
          </a:p>
        </p:txBody>
      </p:sp>
      <p:sp>
        <p:nvSpPr>
          <p:cNvPr id="65" name="Text Placeholder 49">
            <a:extLst>
              <a:ext uri="{FF2B5EF4-FFF2-40B4-BE49-F238E27FC236}">
                <a16:creationId xmlns:a16="http://schemas.microsoft.com/office/drawing/2014/main" id="{17ECE2E0-7E69-BA4F-8893-082925F1AE49}"/>
              </a:ext>
            </a:extLst>
          </p:cNvPr>
          <p:cNvSpPr>
            <a:spLocks noGrp="1"/>
          </p:cNvSpPr>
          <p:nvPr>
            <p:ph type="body" sz="quarter" idx="37" hasCustomPrompt="1"/>
          </p:nvPr>
        </p:nvSpPr>
        <p:spPr>
          <a:xfrm>
            <a:off x="9622881" y="5740942"/>
            <a:ext cx="1900772" cy="512908"/>
          </a:xfrm>
          <a:prstGeom prst="rect">
            <a:avLst/>
          </a:prstGeom>
        </p:spPr>
        <p:txBody>
          <a:bodyPr/>
          <a:lstStyle>
            <a:lvl1pPr marL="0" indent="0">
              <a:lnSpc>
                <a:spcPct val="100000"/>
              </a:lnSpc>
              <a:buNone/>
              <a:defRPr sz="900">
                <a:solidFill>
                  <a:srgbClr val="7F7F7F"/>
                </a:solidFill>
                <a:latin typeface="+mn-lt"/>
              </a:defRPr>
            </a:lvl1pPr>
          </a:lstStyle>
          <a:p>
            <a:pPr lvl="0"/>
            <a:r>
              <a:rPr lang="en-US"/>
              <a:t>Descriptor about the statistic will go in this space here and can be up to 3 lines of copy long</a:t>
            </a:r>
          </a:p>
          <a:p>
            <a:pPr lvl="0"/>
            <a:endParaRPr lang="en-US"/>
          </a:p>
        </p:txBody>
      </p:sp>
      <p:sp>
        <p:nvSpPr>
          <p:cNvPr id="2" name="Title 1">
            <a:extLst>
              <a:ext uri="{FF2B5EF4-FFF2-40B4-BE49-F238E27FC236}">
                <a16:creationId xmlns:a16="http://schemas.microsoft.com/office/drawing/2014/main" id="{3B039AEF-CC4E-8D4D-AC35-BE6636B16465}"/>
              </a:ext>
            </a:extLst>
          </p:cNvPr>
          <p:cNvSpPr>
            <a:spLocks noGrp="1"/>
          </p:cNvSpPr>
          <p:nvPr>
            <p:ph type="title" hasCustomPrompt="1"/>
          </p:nvPr>
        </p:nvSpPr>
        <p:spPr>
          <a:xfrm>
            <a:off x="5012460" y="458451"/>
            <a:ext cx="6565623" cy="365760"/>
          </a:xfrm>
          <a:prstGeom prst="rect">
            <a:avLst/>
          </a:prstGeom>
        </p:spPr>
        <p:txBody>
          <a:bodyPr/>
          <a:lstStyle>
            <a:lvl1pPr>
              <a:defRPr sz="1800"/>
            </a:lvl1pPr>
          </a:lstStyle>
          <a:p>
            <a:r>
              <a:rPr lang="en-US"/>
              <a:t>HEADLINE HERE</a:t>
            </a:r>
          </a:p>
        </p:txBody>
      </p:sp>
      <p:sp>
        <p:nvSpPr>
          <p:cNvPr id="6" name="Rectangle 5">
            <a:extLst>
              <a:ext uri="{FF2B5EF4-FFF2-40B4-BE49-F238E27FC236}">
                <a16:creationId xmlns:a16="http://schemas.microsoft.com/office/drawing/2014/main" id="{5B216F86-FF08-FE49-BD28-201D217B9600}"/>
              </a:ext>
            </a:extLst>
          </p:cNvPr>
          <p:cNvSpPr/>
          <p:nvPr userDrawn="1"/>
        </p:nvSpPr>
        <p:spPr>
          <a:xfrm>
            <a:off x="0" y="0"/>
            <a:ext cx="4502989" cy="6858000"/>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 Placeholder 43">
            <a:extLst>
              <a:ext uri="{FF2B5EF4-FFF2-40B4-BE49-F238E27FC236}">
                <a16:creationId xmlns:a16="http://schemas.microsoft.com/office/drawing/2014/main" id="{88EC4CE5-2BD8-CE4F-8F6A-0F8C67BA3737}"/>
              </a:ext>
            </a:extLst>
          </p:cNvPr>
          <p:cNvSpPr>
            <a:spLocks noGrp="1"/>
          </p:cNvSpPr>
          <p:nvPr>
            <p:ph type="body" sz="quarter" idx="17" hasCustomPrompt="1"/>
          </p:nvPr>
        </p:nvSpPr>
        <p:spPr>
          <a:xfrm>
            <a:off x="1790232" y="1760360"/>
            <a:ext cx="2089723"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here in two lines</a:t>
            </a:r>
          </a:p>
        </p:txBody>
      </p:sp>
      <p:sp>
        <p:nvSpPr>
          <p:cNvPr id="45" name="Text Placeholder 43">
            <a:extLst>
              <a:ext uri="{FF2B5EF4-FFF2-40B4-BE49-F238E27FC236}">
                <a16:creationId xmlns:a16="http://schemas.microsoft.com/office/drawing/2014/main" id="{E7D4662E-E593-9E40-9425-8C37086206C8}"/>
              </a:ext>
            </a:extLst>
          </p:cNvPr>
          <p:cNvSpPr>
            <a:spLocks noGrp="1"/>
          </p:cNvSpPr>
          <p:nvPr>
            <p:ph type="body" sz="quarter" idx="18" hasCustomPrompt="1"/>
          </p:nvPr>
        </p:nvSpPr>
        <p:spPr>
          <a:xfrm>
            <a:off x="1790232" y="2628656"/>
            <a:ext cx="2089723"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here in two lines</a:t>
            </a:r>
          </a:p>
        </p:txBody>
      </p:sp>
      <p:sp>
        <p:nvSpPr>
          <p:cNvPr id="46" name="Text Placeholder 43">
            <a:extLst>
              <a:ext uri="{FF2B5EF4-FFF2-40B4-BE49-F238E27FC236}">
                <a16:creationId xmlns:a16="http://schemas.microsoft.com/office/drawing/2014/main" id="{695E2F15-A3BE-5B47-B370-F59B8C4E5F15}"/>
              </a:ext>
            </a:extLst>
          </p:cNvPr>
          <p:cNvSpPr>
            <a:spLocks noGrp="1"/>
          </p:cNvSpPr>
          <p:nvPr>
            <p:ph type="body" sz="quarter" idx="19" hasCustomPrompt="1"/>
          </p:nvPr>
        </p:nvSpPr>
        <p:spPr>
          <a:xfrm>
            <a:off x="1790232" y="3496951"/>
            <a:ext cx="2089723"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here in two lines</a:t>
            </a:r>
          </a:p>
        </p:txBody>
      </p:sp>
      <p:sp>
        <p:nvSpPr>
          <p:cNvPr id="47" name="Text Placeholder 43">
            <a:extLst>
              <a:ext uri="{FF2B5EF4-FFF2-40B4-BE49-F238E27FC236}">
                <a16:creationId xmlns:a16="http://schemas.microsoft.com/office/drawing/2014/main" id="{F4C4BE63-6F63-A145-98D8-821E5B633EDC}"/>
              </a:ext>
            </a:extLst>
          </p:cNvPr>
          <p:cNvSpPr>
            <a:spLocks noGrp="1"/>
          </p:cNvSpPr>
          <p:nvPr>
            <p:ph type="body" sz="quarter" idx="20" hasCustomPrompt="1"/>
          </p:nvPr>
        </p:nvSpPr>
        <p:spPr>
          <a:xfrm>
            <a:off x="1790232" y="4365247"/>
            <a:ext cx="2089723"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here in two lines</a:t>
            </a:r>
          </a:p>
        </p:txBody>
      </p:sp>
      <p:sp>
        <p:nvSpPr>
          <p:cNvPr id="48" name="Text Placeholder 43">
            <a:extLst>
              <a:ext uri="{FF2B5EF4-FFF2-40B4-BE49-F238E27FC236}">
                <a16:creationId xmlns:a16="http://schemas.microsoft.com/office/drawing/2014/main" id="{33C24460-D761-4645-9652-5BB1289FC0FB}"/>
              </a:ext>
            </a:extLst>
          </p:cNvPr>
          <p:cNvSpPr>
            <a:spLocks noGrp="1"/>
          </p:cNvSpPr>
          <p:nvPr>
            <p:ph type="body" sz="quarter" idx="21" hasCustomPrompt="1"/>
          </p:nvPr>
        </p:nvSpPr>
        <p:spPr>
          <a:xfrm>
            <a:off x="1790232" y="5233543"/>
            <a:ext cx="2089723"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here in two lines</a:t>
            </a:r>
          </a:p>
        </p:txBody>
      </p:sp>
      <p:sp>
        <p:nvSpPr>
          <p:cNvPr id="36" name="Text Placeholder 35">
            <a:extLst>
              <a:ext uri="{FF2B5EF4-FFF2-40B4-BE49-F238E27FC236}">
                <a16:creationId xmlns:a16="http://schemas.microsoft.com/office/drawing/2014/main" id="{6E9B7C7B-2A62-6840-A8C2-6480CF760378}"/>
              </a:ext>
            </a:extLst>
          </p:cNvPr>
          <p:cNvSpPr>
            <a:spLocks noGrp="1"/>
          </p:cNvSpPr>
          <p:nvPr>
            <p:ph type="body" sz="quarter" idx="10" hasCustomPrompt="1"/>
          </p:nvPr>
        </p:nvSpPr>
        <p:spPr>
          <a:xfrm>
            <a:off x="488016" y="447721"/>
            <a:ext cx="3415061" cy="548640"/>
          </a:xfrm>
          <a:prstGeom prst="rect">
            <a:avLst/>
          </a:prstGeom>
        </p:spPr>
        <p:txBody>
          <a:bodyPr/>
          <a:lstStyle>
            <a:lvl1pPr marL="0" indent="0">
              <a:buNone/>
              <a:defRPr sz="3200">
                <a:solidFill>
                  <a:schemeClr val="bg1"/>
                </a:solidFill>
                <a:latin typeface="+mj-lt"/>
              </a:defRPr>
            </a:lvl1pPr>
            <a:lvl2pPr indent="0">
              <a:buNone/>
              <a:defRPr/>
            </a:lvl2pPr>
            <a:lvl3pPr indent="0">
              <a:buNone/>
              <a:defRPr/>
            </a:lvl3pPr>
            <a:lvl4pPr indent="0">
              <a:buNone/>
              <a:defRPr/>
            </a:lvl4pPr>
            <a:lvl5pPr indent="0">
              <a:buNone/>
              <a:defRPr/>
            </a:lvl5pPr>
          </a:lstStyle>
          <a:p>
            <a:pPr lvl="0"/>
            <a:r>
              <a:rPr lang="en-US"/>
              <a:t>By The Numbers</a:t>
            </a:r>
          </a:p>
        </p:txBody>
      </p:sp>
      <p:sp>
        <p:nvSpPr>
          <p:cNvPr id="37" name="Text Placeholder 35">
            <a:extLst>
              <a:ext uri="{FF2B5EF4-FFF2-40B4-BE49-F238E27FC236}">
                <a16:creationId xmlns:a16="http://schemas.microsoft.com/office/drawing/2014/main" id="{5EA20D16-797C-0F48-8320-3C577D9FE66F}"/>
              </a:ext>
            </a:extLst>
          </p:cNvPr>
          <p:cNvSpPr>
            <a:spLocks noGrp="1"/>
          </p:cNvSpPr>
          <p:nvPr>
            <p:ph type="body" sz="quarter" idx="11" hasCustomPrompt="1"/>
          </p:nvPr>
        </p:nvSpPr>
        <p:spPr>
          <a:xfrm>
            <a:off x="518752" y="1134119"/>
            <a:ext cx="3384325" cy="274320"/>
          </a:xfrm>
          <a:prstGeom prst="rect">
            <a:avLst/>
          </a:prstGeom>
        </p:spPr>
        <p:txBody>
          <a:bodyPr/>
          <a:lstStyle>
            <a:lvl1pPr marL="0" indent="0">
              <a:buNone/>
              <a:defRPr sz="1800">
                <a:solidFill>
                  <a:schemeClr val="bg1"/>
                </a:solidFill>
                <a:latin typeface="+mj-lt"/>
              </a:defRPr>
            </a:lvl1pPr>
            <a:lvl2pPr indent="0">
              <a:buNone/>
              <a:defRPr/>
            </a:lvl2pPr>
            <a:lvl3pPr indent="0">
              <a:buNone/>
              <a:defRPr/>
            </a:lvl3pPr>
            <a:lvl4pPr indent="0">
              <a:buNone/>
              <a:defRPr/>
            </a:lvl4pPr>
            <a:lvl5pPr indent="0">
              <a:buNone/>
              <a:defRPr/>
            </a:lvl5pPr>
          </a:lstStyle>
          <a:p>
            <a:pPr lvl="0"/>
            <a:r>
              <a:rPr lang="en-US"/>
              <a:t>HEADLINE HERE</a:t>
            </a:r>
          </a:p>
        </p:txBody>
      </p:sp>
      <p:sp>
        <p:nvSpPr>
          <p:cNvPr id="38" name="Text Placeholder 35">
            <a:extLst>
              <a:ext uri="{FF2B5EF4-FFF2-40B4-BE49-F238E27FC236}">
                <a16:creationId xmlns:a16="http://schemas.microsoft.com/office/drawing/2014/main" id="{605591DD-AC36-8648-B875-66E149E3417B}"/>
              </a:ext>
            </a:extLst>
          </p:cNvPr>
          <p:cNvSpPr>
            <a:spLocks noGrp="1"/>
          </p:cNvSpPr>
          <p:nvPr>
            <p:ph type="body" sz="quarter" idx="12" hasCustomPrompt="1"/>
          </p:nvPr>
        </p:nvSpPr>
        <p:spPr>
          <a:xfrm>
            <a:off x="418860" y="1751008"/>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$250K</a:t>
            </a:r>
          </a:p>
        </p:txBody>
      </p:sp>
      <p:sp>
        <p:nvSpPr>
          <p:cNvPr id="39" name="Text Placeholder 35">
            <a:extLst>
              <a:ext uri="{FF2B5EF4-FFF2-40B4-BE49-F238E27FC236}">
                <a16:creationId xmlns:a16="http://schemas.microsoft.com/office/drawing/2014/main" id="{5BF927B5-3795-AE40-BA18-C72E21691745}"/>
              </a:ext>
            </a:extLst>
          </p:cNvPr>
          <p:cNvSpPr>
            <a:spLocks noGrp="1"/>
          </p:cNvSpPr>
          <p:nvPr>
            <p:ph type="body" sz="quarter" idx="13" hasCustomPrompt="1"/>
          </p:nvPr>
        </p:nvSpPr>
        <p:spPr>
          <a:xfrm>
            <a:off x="418860" y="2619303"/>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$87K</a:t>
            </a:r>
          </a:p>
        </p:txBody>
      </p:sp>
      <p:sp>
        <p:nvSpPr>
          <p:cNvPr id="40" name="Text Placeholder 35">
            <a:extLst>
              <a:ext uri="{FF2B5EF4-FFF2-40B4-BE49-F238E27FC236}">
                <a16:creationId xmlns:a16="http://schemas.microsoft.com/office/drawing/2014/main" id="{D42C4CF9-226A-3042-A228-AA9DD57B8E1F}"/>
              </a:ext>
            </a:extLst>
          </p:cNvPr>
          <p:cNvSpPr>
            <a:spLocks noGrp="1"/>
          </p:cNvSpPr>
          <p:nvPr>
            <p:ph type="body" sz="quarter" idx="14" hasCustomPrompt="1"/>
          </p:nvPr>
        </p:nvSpPr>
        <p:spPr>
          <a:xfrm>
            <a:off x="418860" y="3487598"/>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$24K</a:t>
            </a:r>
          </a:p>
        </p:txBody>
      </p:sp>
      <p:sp>
        <p:nvSpPr>
          <p:cNvPr id="41" name="Text Placeholder 35">
            <a:extLst>
              <a:ext uri="{FF2B5EF4-FFF2-40B4-BE49-F238E27FC236}">
                <a16:creationId xmlns:a16="http://schemas.microsoft.com/office/drawing/2014/main" id="{8FB67E48-90A1-EB41-AF82-C598D3C37460}"/>
              </a:ext>
            </a:extLst>
          </p:cNvPr>
          <p:cNvSpPr>
            <a:spLocks noGrp="1"/>
          </p:cNvSpPr>
          <p:nvPr>
            <p:ph type="body" sz="quarter" idx="15" hasCustomPrompt="1"/>
          </p:nvPr>
        </p:nvSpPr>
        <p:spPr>
          <a:xfrm>
            <a:off x="418860" y="4348210"/>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$21K</a:t>
            </a:r>
          </a:p>
        </p:txBody>
      </p:sp>
      <p:sp>
        <p:nvSpPr>
          <p:cNvPr id="42" name="Text Placeholder 35">
            <a:extLst>
              <a:ext uri="{FF2B5EF4-FFF2-40B4-BE49-F238E27FC236}">
                <a16:creationId xmlns:a16="http://schemas.microsoft.com/office/drawing/2014/main" id="{D3948B05-738F-6A40-8DCB-A37B4B07BF29}"/>
              </a:ext>
            </a:extLst>
          </p:cNvPr>
          <p:cNvSpPr>
            <a:spLocks noGrp="1"/>
          </p:cNvSpPr>
          <p:nvPr>
            <p:ph type="body" sz="quarter" idx="16" hasCustomPrompt="1"/>
          </p:nvPr>
        </p:nvSpPr>
        <p:spPr>
          <a:xfrm>
            <a:off x="418860" y="5224190"/>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23</a:t>
            </a:r>
          </a:p>
        </p:txBody>
      </p:sp>
      <p:pic>
        <p:nvPicPr>
          <p:cNvPr id="3" name="Picture 2" descr="A dog lying on a bed&#10;&#10;Description automatically generated">
            <a:extLst>
              <a:ext uri="{FF2B5EF4-FFF2-40B4-BE49-F238E27FC236}">
                <a16:creationId xmlns:a16="http://schemas.microsoft.com/office/drawing/2014/main" id="{54093E37-B25B-414D-9CA2-7C79556506FC}"/>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124492" y="865305"/>
            <a:ext cx="3181039" cy="1759127"/>
          </a:xfrm>
          <a:prstGeom prst="rect">
            <a:avLst/>
          </a:prstGeom>
        </p:spPr>
      </p:pic>
      <p:pic>
        <p:nvPicPr>
          <p:cNvPr id="4" name="Picture 3" descr="A person holding a cat&#10;&#10;Description automatically generated">
            <a:extLst>
              <a:ext uri="{FF2B5EF4-FFF2-40B4-BE49-F238E27FC236}">
                <a16:creationId xmlns:a16="http://schemas.microsoft.com/office/drawing/2014/main" id="{07B93F0B-B9E5-BA47-929C-297F0B8D1E2D}"/>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8402129" y="858984"/>
            <a:ext cx="3175954" cy="1757696"/>
          </a:xfrm>
          <a:prstGeom prst="rect">
            <a:avLst/>
          </a:prstGeom>
        </p:spPr>
      </p:pic>
      <p:pic>
        <p:nvPicPr>
          <p:cNvPr id="7" name="Picture 6">
            <a:extLst>
              <a:ext uri="{FF2B5EF4-FFF2-40B4-BE49-F238E27FC236}">
                <a16:creationId xmlns:a16="http://schemas.microsoft.com/office/drawing/2014/main" id="{D1A50BEF-32F6-EA4C-8CB3-7B03782DA04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8" name="Slide Number Placeholder 5">
            <a:extLst>
              <a:ext uri="{FF2B5EF4-FFF2-40B4-BE49-F238E27FC236}">
                <a16:creationId xmlns:a16="http://schemas.microsoft.com/office/drawing/2014/main" id="{BAA2320E-F8FE-7D4B-9E39-49AED006279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9" name="Straight Connector 8">
            <a:extLst>
              <a:ext uri="{FF2B5EF4-FFF2-40B4-BE49-F238E27FC236}">
                <a16:creationId xmlns:a16="http://schemas.microsoft.com/office/drawing/2014/main" id="{5B4AEB69-806A-3747-BC95-037BA008A676}"/>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95066EA8-8F43-B245-8F08-8403F6613467}"/>
              </a:ext>
            </a:extLst>
          </p:cNvPr>
          <p:cNvGrpSpPr/>
          <p:nvPr userDrawn="1"/>
        </p:nvGrpSpPr>
        <p:grpSpPr>
          <a:xfrm>
            <a:off x="613917" y="1551561"/>
            <a:ext cx="3273722" cy="4340280"/>
            <a:chOff x="613916" y="1551561"/>
            <a:chExt cx="3751050" cy="4340280"/>
          </a:xfrm>
        </p:grpSpPr>
        <p:cxnSp>
          <p:nvCxnSpPr>
            <p:cNvPr id="23" name="Straight Connector 22">
              <a:extLst>
                <a:ext uri="{FF2B5EF4-FFF2-40B4-BE49-F238E27FC236}">
                  <a16:creationId xmlns:a16="http://schemas.microsoft.com/office/drawing/2014/main" id="{AEFD3A92-3A03-014D-BD77-526F1C6BF791}"/>
                </a:ext>
              </a:extLst>
            </p:cNvPr>
            <p:cNvCxnSpPr/>
            <p:nvPr/>
          </p:nvCxnSpPr>
          <p:spPr>
            <a:xfrm>
              <a:off x="613916" y="1551561"/>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CD179EB-FCF2-5D48-84C6-D79BD982A135}"/>
                </a:ext>
              </a:extLst>
            </p:cNvPr>
            <p:cNvCxnSpPr/>
            <p:nvPr/>
          </p:nvCxnSpPr>
          <p:spPr>
            <a:xfrm>
              <a:off x="613916" y="2421147"/>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9679602-3664-9F4D-A752-7A3CC3A7CA0B}"/>
                </a:ext>
              </a:extLst>
            </p:cNvPr>
            <p:cNvCxnSpPr/>
            <p:nvPr/>
          </p:nvCxnSpPr>
          <p:spPr>
            <a:xfrm>
              <a:off x="613916" y="3288102"/>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3D009EA-07D2-8945-81A7-1CC065D3468C}"/>
                </a:ext>
              </a:extLst>
            </p:cNvPr>
            <p:cNvCxnSpPr/>
            <p:nvPr/>
          </p:nvCxnSpPr>
          <p:spPr>
            <a:xfrm>
              <a:off x="613916" y="4156494"/>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292CEFA-8B8A-8B48-91D1-626D332F3E95}"/>
                </a:ext>
              </a:extLst>
            </p:cNvPr>
            <p:cNvCxnSpPr/>
            <p:nvPr/>
          </p:nvCxnSpPr>
          <p:spPr>
            <a:xfrm>
              <a:off x="613916" y="5023449"/>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3AEC495-4795-E249-A98C-93A8120260CF}"/>
                </a:ext>
              </a:extLst>
            </p:cNvPr>
            <p:cNvCxnSpPr/>
            <p:nvPr/>
          </p:nvCxnSpPr>
          <p:spPr>
            <a:xfrm>
              <a:off x="613916" y="5891841"/>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9" name="Text Placeholder 49">
            <a:extLst>
              <a:ext uri="{FF2B5EF4-FFF2-40B4-BE49-F238E27FC236}">
                <a16:creationId xmlns:a16="http://schemas.microsoft.com/office/drawing/2014/main" id="{F1C05772-7111-2F4C-8737-90CD83227627}"/>
              </a:ext>
            </a:extLst>
          </p:cNvPr>
          <p:cNvSpPr>
            <a:spLocks noGrp="1"/>
          </p:cNvSpPr>
          <p:nvPr>
            <p:ph type="body" sz="quarter" idx="40" hasCustomPrompt="1"/>
          </p:nvPr>
        </p:nvSpPr>
        <p:spPr>
          <a:xfrm>
            <a:off x="7554541" y="4433096"/>
            <a:ext cx="1466722" cy="226279"/>
          </a:xfrm>
          <a:prstGeom prst="rect">
            <a:avLst/>
          </a:prstGeom>
        </p:spPr>
        <p:txBody>
          <a:bodyPr/>
          <a:lstStyle>
            <a:lvl1pPr marL="0" indent="0" algn="ctr">
              <a:buNone/>
              <a:defRPr sz="900">
                <a:latin typeface="+mj-lt"/>
              </a:defRPr>
            </a:lvl1pPr>
          </a:lstStyle>
          <a:p>
            <a:pPr lvl="0"/>
            <a:r>
              <a:rPr lang="en-US"/>
              <a:t>XXXM</a:t>
            </a:r>
          </a:p>
        </p:txBody>
      </p:sp>
      <p:sp>
        <p:nvSpPr>
          <p:cNvPr id="70" name="Text Placeholder 49">
            <a:extLst>
              <a:ext uri="{FF2B5EF4-FFF2-40B4-BE49-F238E27FC236}">
                <a16:creationId xmlns:a16="http://schemas.microsoft.com/office/drawing/2014/main" id="{8EDC9AFC-9615-DD42-89C6-FA92C714246B}"/>
              </a:ext>
            </a:extLst>
          </p:cNvPr>
          <p:cNvSpPr>
            <a:spLocks noGrp="1"/>
          </p:cNvSpPr>
          <p:nvPr>
            <p:ph type="body" sz="quarter" idx="41" hasCustomPrompt="1"/>
          </p:nvPr>
        </p:nvSpPr>
        <p:spPr>
          <a:xfrm>
            <a:off x="7554541" y="4560231"/>
            <a:ext cx="1466722" cy="373620"/>
          </a:xfrm>
          <a:prstGeom prst="rect">
            <a:avLst/>
          </a:prstGeom>
        </p:spPr>
        <p:txBody>
          <a:bodyPr/>
          <a:lstStyle>
            <a:lvl1pPr marL="0" indent="0" algn="ctr">
              <a:lnSpc>
                <a:spcPct val="100000"/>
              </a:lnSpc>
              <a:buNone/>
              <a:defRPr sz="900">
                <a:solidFill>
                  <a:srgbClr val="7F7F7F"/>
                </a:solidFill>
                <a:latin typeface="+mn-lt"/>
              </a:defRPr>
            </a:lvl1pPr>
          </a:lstStyle>
          <a:p>
            <a:pPr lvl="0"/>
            <a:r>
              <a:rPr lang="en-US"/>
              <a:t>Category Here and Here As Needed</a:t>
            </a:r>
          </a:p>
        </p:txBody>
      </p:sp>
      <p:sp>
        <p:nvSpPr>
          <p:cNvPr id="71" name="Text Placeholder 49">
            <a:extLst>
              <a:ext uri="{FF2B5EF4-FFF2-40B4-BE49-F238E27FC236}">
                <a16:creationId xmlns:a16="http://schemas.microsoft.com/office/drawing/2014/main" id="{8EC2F73C-B9AC-EF46-B80F-A5C0AB09D7A7}"/>
              </a:ext>
            </a:extLst>
          </p:cNvPr>
          <p:cNvSpPr>
            <a:spLocks noGrp="1"/>
          </p:cNvSpPr>
          <p:nvPr>
            <p:ph type="body" sz="quarter" idx="42" hasCustomPrompt="1"/>
          </p:nvPr>
        </p:nvSpPr>
        <p:spPr>
          <a:xfrm>
            <a:off x="7554541" y="4986346"/>
            <a:ext cx="1466722" cy="226279"/>
          </a:xfrm>
          <a:prstGeom prst="rect">
            <a:avLst/>
          </a:prstGeom>
        </p:spPr>
        <p:txBody>
          <a:bodyPr/>
          <a:lstStyle>
            <a:lvl1pPr marL="0" indent="0" algn="ctr">
              <a:buNone/>
              <a:defRPr sz="900">
                <a:latin typeface="+mj-lt"/>
              </a:defRPr>
            </a:lvl1pPr>
          </a:lstStyle>
          <a:p>
            <a:pPr lvl="0"/>
            <a:r>
              <a:rPr lang="en-US"/>
              <a:t>XXXM</a:t>
            </a:r>
          </a:p>
        </p:txBody>
      </p:sp>
      <p:sp>
        <p:nvSpPr>
          <p:cNvPr id="72" name="Text Placeholder 49">
            <a:extLst>
              <a:ext uri="{FF2B5EF4-FFF2-40B4-BE49-F238E27FC236}">
                <a16:creationId xmlns:a16="http://schemas.microsoft.com/office/drawing/2014/main" id="{332D3970-3E25-6C49-94C7-F5A91AE737D4}"/>
              </a:ext>
            </a:extLst>
          </p:cNvPr>
          <p:cNvSpPr>
            <a:spLocks noGrp="1"/>
          </p:cNvSpPr>
          <p:nvPr>
            <p:ph type="body" sz="quarter" idx="43" hasCustomPrompt="1"/>
          </p:nvPr>
        </p:nvSpPr>
        <p:spPr>
          <a:xfrm>
            <a:off x="7554541" y="5113481"/>
            <a:ext cx="1466722" cy="373620"/>
          </a:xfrm>
          <a:prstGeom prst="rect">
            <a:avLst/>
          </a:prstGeom>
        </p:spPr>
        <p:txBody>
          <a:bodyPr/>
          <a:lstStyle>
            <a:lvl1pPr marL="0" indent="0" algn="ctr">
              <a:lnSpc>
                <a:spcPct val="100000"/>
              </a:lnSpc>
              <a:buNone/>
              <a:defRPr sz="900">
                <a:solidFill>
                  <a:srgbClr val="7F7F7F"/>
                </a:solidFill>
                <a:latin typeface="+mn-lt"/>
              </a:defRPr>
            </a:lvl1pPr>
          </a:lstStyle>
          <a:p>
            <a:pPr lvl="0"/>
            <a:r>
              <a:rPr lang="en-US"/>
              <a:t>Category Here and Here As Needed</a:t>
            </a:r>
          </a:p>
        </p:txBody>
      </p:sp>
      <p:sp>
        <p:nvSpPr>
          <p:cNvPr id="73" name="Text Placeholder 49">
            <a:extLst>
              <a:ext uri="{FF2B5EF4-FFF2-40B4-BE49-F238E27FC236}">
                <a16:creationId xmlns:a16="http://schemas.microsoft.com/office/drawing/2014/main" id="{E0276DCA-EF96-AC4C-9CB2-3AB8E4A42935}"/>
              </a:ext>
            </a:extLst>
          </p:cNvPr>
          <p:cNvSpPr>
            <a:spLocks noGrp="1"/>
          </p:cNvSpPr>
          <p:nvPr>
            <p:ph type="body" sz="quarter" idx="44" hasCustomPrompt="1"/>
          </p:nvPr>
        </p:nvSpPr>
        <p:spPr>
          <a:xfrm>
            <a:off x="7554541" y="5531912"/>
            <a:ext cx="1466722" cy="226279"/>
          </a:xfrm>
          <a:prstGeom prst="rect">
            <a:avLst/>
          </a:prstGeom>
        </p:spPr>
        <p:txBody>
          <a:bodyPr/>
          <a:lstStyle>
            <a:lvl1pPr marL="0" indent="0" algn="ctr">
              <a:buNone/>
              <a:defRPr sz="900">
                <a:latin typeface="+mj-lt"/>
              </a:defRPr>
            </a:lvl1pPr>
          </a:lstStyle>
          <a:p>
            <a:pPr lvl="0"/>
            <a:r>
              <a:rPr lang="en-US"/>
              <a:t>XXXM</a:t>
            </a:r>
          </a:p>
        </p:txBody>
      </p:sp>
      <p:sp>
        <p:nvSpPr>
          <p:cNvPr id="74" name="Text Placeholder 49">
            <a:extLst>
              <a:ext uri="{FF2B5EF4-FFF2-40B4-BE49-F238E27FC236}">
                <a16:creationId xmlns:a16="http://schemas.microsoft.com/office/drawing/2014/main" id="{601321DE-CC01-8441-8411-13718405B05E}"/>
              </a:ext>
            </a:extLst>
          </p:cNvPr>
          <p:cNvSpPr>
            <a:spLocks noGrp="1"/>
          </p:cNvSpPr>
          <p:nvPr>
            <p:ph type="body" sz="quarter" idx="45" hasCustomPrompt="1"/>
          </p:nvPr>
        </p:nvSpPr>
        <p:spPr>
          <a:xfrm>
            <a:off x="7554541" y="5659047"/>
            <a:ext cx="1466722" cy="373620"/>
          </a:xfrm>
          <a:prstGeom prst="rect">
            <a:avLst/>
          </a:prstGeom>
        </p:spPr>
        <p:txBody>
          <a:bodyPr/>
          <a:lstStyle>
            <a:lvl1pPr marL="0" indent="0" algn="ctr">
              <a:lnSpc>
                <a:spcPct val="100000"/>
              </a:lnSpc>
              <a:buNone/>
              <a:defRPr sz="900">
                <a:solidFill>
                  <a:srgbClr val="7F7F7F"/>
                </a:solidFill>
                <a:latin typeface="+mn-lt"/>
              </a:defRPr>
            </a:lvl1pPr>
          </a:lstStyle>
          <a:p>
            <a:pPr lvl="0"/>
            <a:r>
              <a:rPr lang="en-US"/>
              <a:t>Category Here and Here As Needed</a:t>
            </a:r>
          </a:p>
        </p:txBody>
      </p:sp>
    </p:spTree>
    <p:extLst>
      <p:ext uri="{BB962C8B-B14F-4D97-AF65-F5344CB8AC3E}">
        <p14:creationId xmlns:p14="http://schemas.microsoft.com/office/powerpoint/2010/main" val="36294951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ght_By_the_Numbers_2">
    <p:spTree>
      <p:nvGrpSpPr>
        <p:cNvPr id="1" name=""/>
        <p:cNvGrpSpPr/>
        <p:nvPr/>
      </p:nvGrpSpPr>
      <p:grpSpPr>
        <a:xfrm>
          <a:off x="0" y="0"/>
          <a:ext cx="0" cy="0"/>
          <a:chOff x="0" y="0"/>
          <a:chExt cx="0" cy="0"/>
        </a:xfrm>
      </p:grpSpPr>
      <p:pic>
        <p:nvPicPr>
          <p:cNvPr id="66" name="Picture 65" descr="A person holding a cat&#10;&#10;Description automatically generated">
            <a:extLst>
              <a:ext uri="{FF2B5EF4-FFF2-40B4-BE49-F238E27FC236}">
                <a16:creationId xmlns:a16="http://schemas.microsoft.com/office/drawing/2014/main" id="{5066146B-DDC5-0D48-A281-E65DFE57C3E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128588" y="3885771"/>
            <a:ext cx="4441364" cy="2400301"/>
          </a:xfrm>
          <a:prstGeom prst="rect">
            <a:avLst/>
          </a:prstGeom>
        </p:spPr>
      </p:pic>
      <p:pic>
        <p:nvPicPr>
          <p:cNvPr id="75" name="Picture 74" descr="A person holding a dog&#10;&#10;Description automatically generated">
            <a:extLst>
              <a:ext uri="{FF2B5EF4-FFF2-40B4-BE49-F238E27FC236}">
                <a16:creationId xmlns:a16="http://schemas.microsoft.com/office/drawing/2014/main" id="{15F4570F-CF6C-F243-9213-BF25DAA878D4}"/>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l="-189"/>
          <a:stretch/>
        </p:blipFill>
        <p:spPr>
          <a:xfrm>
            <a:off x="5099138" y="1324965"/>
            <a:ext cx="4449189" cy="2400300"/>
          </a:xfrm>
          <a:prstGeom prst="rect">
            <a:avLst/>
          </a:prstGeom>
        </p:spPr>
      </p:pic>
      <p:sp>
        <p:nvSpPr>
          <p:cNvPr id="76" name="Rectangle 75">
            <a:extLst>
              <a:ext uri="{FF2B5EF4-FFF2-40B4-BE49-F238E27FC236}">
                <a16:creationId xmlns:a16="http://schemas.microsoft.com/office/drawing/2014/main" id="{88FD0201-FCA0-C248-8E36-DABC33552F75}"/>
              </a:ext>
            </a:extLst>
          </p:cNvPr>
          <p:cNvSpPr/>
          <p:nvPr userDrawn="1"/>
        </p:nvSpPr>
        <p:spPr>
          <a:xfrm>
            <a:off x="9548327" y="1325607"/>
            <a:ext cx="2034073" cy="2400514"/>
          </a:xfrm>
          <a:prstGeom prst="rect">
            <a:avLst/>
          </a:prstGeom>
          <a:solidFill>
            <a:srgbClr val="BBD9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7519FD76-AF66-6949-B9D2-7C29528D9C72}"/>
              </a:ext>
            </a:extLst>
          </p:cNvPr>
          <p:cNvSpPr/>
          <p:nvPr userDrawn="1"/>
        </p:nvSpPr>
        <p:spPr>
          <a:xfrm>
            <a:off x="5111664" y="3885986"/>
            <a:ext cx="2016924" cy="2400514"/>
          </a:xfrm>
          <a:prstGeom prst="rect">
            <a:avLst/>
          </a:prstGeom>
          <a:solidFill>
            <a:srgbClr val="BBD9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 Placeholder 4">
            <a:extLst>
              <a:ext uri="{FF2B5EF4-FFF2-40B4-BE49-F238E27FC236}">
                <a16:creationId xmlns:a16="http://schemas.microsoft.com/office/drawing/2014/main" id="{B9CD6740-3F01-304F-9803-84EF1CCBC73C}"/>
              </a:ext>
            </a:extLst>
          </p:cNvPr>
          <p:cNvSpPr>
            <a:spLocks noGrp="1"/>
          </p:cNvSpPr>
          <p:nvPr>
            <p:ph type="body" sz="quarter" idx="24" hasCustomPrompt="1"/>
          </p:nvPr>
        </p:nvSpPr>
        <p:spPr>
          <a:xfrm>
            <a:off x="9789540" y="1521352"/>
            <a:ext cx="1632147" cy="545653"/>
          </a:xfrm>
          <a:prstGeom prst="rect">
            <a:avLst/>
          </a:prstGeom>
        </p:spPr>
        <p:txBody>
          <a:bodyPr/>
          <a:lstStyle>
            <a:lvl1pPr marL="0" indent="0" algn="l">
              <a:lnSpc>
                <a:spcPct val="100000"/>
              </a:lnSpc>
              <a:spcBef>
                <a:spcPts val="0"/>
              </a:spcBef>
              <a:buNone/>
              <a:defRPr sz="16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Goes Here and Here</a:t>
            </a:r>
          </a:p>
        </p:txBody>
      </p:sp>
      <p:sp>
        <p:nvSpPr>
          <p:cNvPr id="84" name="Text Placeholder 9">
            <a:extLst>
              <a:ext uri="{FF2B5EF4-FFF2-40B4-BE49-F238E27FC236}">
                <a16:creationId xmlns:a16="http://schemas.microsoft.com/office/drawing/2014/main" id="{A9CF3350-4222-9847-A210-10A106DE7AF1}"/>
              </a:ext>
            </a:extLst>
          </p:cNvPr>
          <p:cNvSpPr>
            <a:spLocks noGrp="1"/>
          </p:cNvSpPr>
          <p:nvPr>
            <p:ph type="body" sz="quarter" idx="25" hasCustomPrompt="1"/>
          </p:nvPr>
        </p:nvSpPr>
        <p:spPr>
          <a:xfrm>
            <a:off x="9789846" y="2002770"/>
            <a:ext cx="1631841" cy="1582383"/>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 holder text. Delete this text and add your own text. Here’s some place holder text. Delete this text and add your own text. </a:t>
            </a:r>
          </a:p>
        </p:txBody>
      </p:sp>
      <p:sp>
        <p:nvSpPr>
          <p:cNvPr id="85" name="Text Placeholder 4">
            <a:extLst>
              <a:ext uri="{FF2B5EF4-FFF2-40B4-BE49-F238E27FC236}">
                <a16:creationId xmlns:a16="http://schemas.microsoft.com/office/drawing/2014/main" id="{2658662E-6FD3-D449-9AD4-CF11C7868B28}"/>
              </a:ext>
            </a:extLst>
          </p:cNvPr>
          <p:cNvSpPr>
            <a:spLocks noGrp="1"/>
          </p:cNvSpPr>
          <p:nvPr>
            <p:ph type="body" sz="quarter" idx="26" hasCustomPrompt="1"/>
          </p:nvPr>
        </p:nvSpPr>
        <p:spPr>
          <a:xfrm>
            <a:off x="5274379" y="4093027"/>
            <a:ext cx="1632147" cy="545653"/>
          </a:xfrm>
          <a:prstGeom prst="rect">
            <a:avLst/>
          </a:prstGeom>
        </p:spPr>
        <p:txBody>
          <a:bodyPr/>
          <a:lstStyle>
            <a:lvl1pPr marL="0" indent="0" algn="l">
              <a:lnSpc>
                <a:spcPct val="100000"/>
              </a:lnSpc>
              <a:spcBef>
                <a:spcPts val="0"/>
              </a:spcBef>
              <a:buNone/>
              <a:defRPr sz="16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Goes Here and Here</a:t>
            </a:r>
          </a:p>
        </p:txBody>
      </p:sp>
      <p:sp>
        <p:nvSpPr>
          <p:cNvPr id="86" name="Text Placeholder 9">
            <a:extLst>
              <a:ext uri="{FF2B5EF4-FFF2-40B4-BE49-F238E27FC236}">
                <a16:creationId xmlns:a16="http://schemas.microsoft.com/office/drawing/2014/main" id="{58C96620-8E7E-D441-A699-5BA462FEBCCF}"/>
              </a:ext>
            </a:extLst>
          </p:cNvPr>
          <p:cNvSpPr>
            <a:spLocks noGrp="1"/>
          </p:cNvSpPr>
          <p:nvPr>
            <p:ph type="body" sz="quarter" idx="27" hasCustomPrompt="1"/>
          </p:nvPr>
        </p:nvSpPr>
        <p:spPr>
          <a:xfrm>
            <a:off x="5274685" y="4574445"/>
            <a:ext cx="1631841" cy="1582383"/>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 holder text. Delete this text and add your own text. Here’s some place holder text. Delete this text and add your own text. </a:t>
            </a:r>
          </a:p>
        </p:txBody>
      </p:sp>
      <p:sp>
        <p:nvSpPr>
          <p:cNvPr id="81" name="Text Placeholder 4">
            <a:extLst>
              <a:ext uri="{FF2B5EF4-FFF2-40B4-BE49-F238E27FC236}">
                <a16:creationId xmlns:a16="http://schemas.microsoft.com/office/drawing/2014/main" id="{058BD483-7587-3144-BDCD-3A306CC1FCF2}"/>
              </a:ext>
            </a:extLst>
          </p:cNvPr>
          <p:cNvSpPr>
            <a:spLocks noGrp="1"/>
          </p:cNvSpPr>
          <p:nvPr>
            <p:ph type="body" sz="quarter" idx="22" hasCustomPrompt="1"/>
          </p:nvPr>
        </p:nvSpPr>
        <p:spPr>
          <a:xfrm>
            <a:off x="5009299" y="423492"/>
            <a:ext cx="6560653"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Headline Will Go Here and Here</a:t>
            </a:r>
          </a:p>
        </p:txBody>
      </p:sp>
      <p:sp>
        <p:nvSpPr>
          <p:cNvPr id="82" name="Text Placeholder 9">
            <a:extLst>
              <a:ext uri="{FF2B5EF4-FFF2-40B4-BE49-F238E27FC236}">
                <a16:creationId xmlns:a16="http://schemas.microsoft.com/office/drawing/2014/main" id="{E1B0288E-FE10-C546-965A-59AADCE253E7}"/>
              </a:ext>
            </a:extLst>
          </p:cNvPr>
          <p:cNvSpPr>
            <a:spLocks noGrp="1"/>
          </p:cNvSpPr>
          <p:nvPr>
            <p:ph type="body" sz="quarter" idx="23" hasCustomPrompt="1"/>
          </p:nvPr>
        </p:nvSpPr>
        <p:spPr>
          <a:xfrm>
            <a:off x="5009299" y="730615"/>
            <a:ext cx="6560653" cy="483558"/>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Here’s some placeholder text. </a:t>
            </a:r>
          </a:p>
        </p:txBody>
      </p:sp>
      <p:sp>
        <p:nvSpPr>
          <p:cNvPr id="6" name="Rectangle 5">
            <a:extLst>
              <a:ext uri="{FF2B5EF4-FFF2-40B4-BE49-F238E27FC236}">
                <a16:creationId xmlns:a16="http://schemas.microsoft.com/office/drawing/2014/main" id="{5B216F86-FF08-FE49-BD28-201D217B9600}"/>
              </a:ext>
            </a:extLst>
          </p:cNvPr>
          <p:cNvSpPr/>
          <p:nvPr userDrawn="1"/>
        </p:nvSpPr>
        <p:spPr>
          <a:xfrm>
            <a:off x="0" y="0"/>
            <a:ext cx="4502989" cy="6858000"/>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 Placeholder 43">
            <a:extLst>
              <a:ext uri="{FF2B5EF4-FFF2-40B4-BE49-F238E27FC236}">
                <a16:creationId xmlns:a16="http://schemas.microsoft.com/office/drawing/2014/main" id="{88EC4CE5-2BD8-CE4F-8F6A-0F8C67BA3737}"/>
              </a:ext>
            </a:extLst>
          </p:cNvPr>
          <p:cNvSpPr>
            <a:spLocks noGrp="1"/>
          </p:cNvSpPr>
          <p:nvPr>
            <p:ph type="body" sz="quarter" idx="17" hasCustomPrompt="1"/>
          </p:nvPr>
        </p:nvSpPr>
        <p:spPr>
          <a:xfrm>
            <a:off x="1790232" y="1760360"/>
            <a:ext cx="2089723"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here in two lines</a:t>
            </a:r>
          </a:p>
        </p:txBody>
      </p:sp>
      <p:sp>
        <p:nvSpPr>
          <p:cNvPr id="45" name="Text Placeholder 43">
            <a:extLst>
              <a:ext uri="{FF2B5EF4-FFF2-40B4-BE49-F238E27FC236}">
                <a16:creationId xmlns:a16="http://schemas.microsoft.com/office/drawing/2014/main" id="{E7D4662E-E593-9E40-9425-8C37086206C8}"/>
              </a:ext>
            </a:extLst>
          </p:cNvPr>
          <p:cNvSpPr>
            <a:spLocks noGrp="1"/>
          </p:cNvSpPr>
          <p:nvPr>
            <p:ph type="body" sz="quarter" idx="18" hasCustomPrompt="1"/>
          </p:nvPr>
        </p:nvSpPr>
        <p:spPr>
          <a:xfrm>
            <a:off x="1790232" y="2628656"/>
            <a:ext cx="2089723"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here in two lines</a:t>
            </a:r>
          </a:p>
        </p:txBody>
      </p:sp>
      <p:sp>
        <p:nvSpPr>
          <p:cNvPr id="46" name="Text Placeholder 43">
            <a:extLst>
              <a:ext uri="{FF2B5EF4-FFF2-40B4-BE49-F238E27FC236}">
                <a16:creationId xmlns:a16="http://schemas.microsoft.com/office/drawing/2014/main" id="{695E2F15-A3BE-5B47-B370-F59B8C4E5F15}"/>
              </a:ext>
            </a:extLst>
          </p:cNvPr>
          <p:cNvSpPr>
            <a:spLocks noGrp="1"/>
          </p:cNvSpPr>
          <p:nvPr>
            <p:ph type="body" sz="quarter" idx="19" hasCustomPrompt="1"/>
          </p:nvPr>
        </p:nvSpPr>
        <p:spPr>
          <a:xfrm>
            <a:off x="1790232" y="3496951"/>
            <a:ext cx="2089723"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here in two lines</a:t>
            </a:r>
          </a:p>
        </p:txBody>
      </p:sp>
      <p:sp>
        <p:nvSpPr>
          <p:cNvPr id="47" name="Text Placeholder 43">
            <a:extLst>
              <a:ext uri="{FF2B5EF4-FFF2-40B4-BE49-F238E27FC236}">
                <a16:creationId xmlns:a16="http://schemas.microsoft.com/office/drawing/2014/main" id="{F4C4BE63-6F63-A145-98D8-821E5B633EDC}"/>
              </a:ext>
            </a:extLst>
          </p:cNvPr>
          <p:cNvSpPr>
            <a:spLocks noGrp="1"/>
          </p:cNvSpPr>
          <p:nvPr>
            <p:ph type="body" sz="quarter" idx="20" hasCustomPrompt="1"/>
          </p:nvPr>
        </p:nvSpPr>
        <p:spPr>
          <a:xfrm>
            <a:off x="1790232" y="4365247"/>
            <a:ext cx="2089723"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here in two lines</a:t>
            </a:r>
          </a:p>
        </p:txBody>
      </p:sp>
      <p:sp>
        <p:nvSpPr>
          <p:cNvPr id="48" name="Text Placeholder 43">
            <a:extLst>
              <a:ext uri="{FF2B5EF4-FFF2-40B4-BE49-F238E27FC236}">
                <a16:creationId xmlns:a16="http://schemas.microsoft.com/office/drawing/2014/main" id="{33C24460-D761-4645-9652-5BB1289FC0FB}"/>
              </a:ext>
            </a:extLst>
          </p:cNvPr>
          <p:cNvSpPr>
            <a:spLocks noGrp="1"/>
          </p:cNvSpPr>
          <p:nvPr>
            <p:ph type="body" sz="quarter" idx="21" hasCustomPrompt="1"/>
          </p:nvPr>
        </p:nvSpPr>
        <p:spPr>
          <a:xfrm>
            <a:off x="1790232" y="5233543"/>
            <a:ext cx="2089723"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here in two lines</a:t>
            </a:r>
          </a:p>
        </p:txBody>
      </p:sp>
      <p:sp>
        <p:nvSpPr>
          <p:cNvPr id="36" name="Text Placeholder 35">
            <a:extLst>
              <a:ext uri="{FF2B5EF4-FFF2-40B4-BE49-F238E27FC236}">
                <a16:creationId xmlns:a16="http://schemas.microsoft.com/office/drawing/2014/main" id="{6E9B7C7B-2A62-6840-A8C2-6480CF760378}"/>
              </a:ext>
            </a:extLst>
          </p:cNvPr>
          <p:cNvSpPr>
            <a:spLocks noGrp="1"/>
          </p:cNvSpPr>
          <p:nvPr>
            <p:ph type="body" sz="quarter" idx="10" hasCustomPrompt="1"/>
          </p:nvPr>
        </p:nvSpPr>
        <p:spPr>
          <a:xfrm>
            <a:off x="488016" y="447721"/>
            <a:ext cx="3415061" cy="548640"/>
          </a:xfrm>
          <a:prstGeom prst="rect">
            <a:avLst/>
          </a:prstGeom>
        </p:spPr>
        <p:txBody>
          <a:bodyPr/>
          <a:lstStyle>
            <a:lvl1pPr marL="0" indent="0">
              <a:buNone/>
              <a:defRPr sz="3200">
                <a:solidFill>
                  <a:schemeClr val="bg1"/>
                </a:solidFill>
                <a:latin typeface="+mj-lt"/>
              </a:defRPr>
            </a:lvl1pPr>
            <a:lvl2pPr indent="0">
              <a:buNone/>
              <a:defRPr/>
            </a:lvl2pPr>
            <a:lvl3pPr indent="0">
              <a:buNone/>
              <a:defRPr/>
            </a:lvl3pPr>
            <a:lvl4pPr indent="0">
              <a:buNone/>
              <a:defRPr/>
            </a:lvl4pPr>
            <a:lvl5pPr indent="0">
              <a:buNone/>
              <a:defRPr/>
            </a:lvl5pPr>
          </a:lstStyle>
          <a:p>
            <a:pPr lvl="0"/>
            <a:r>
              <a:rPr lang="en-US"/>
              <a:t>By The Numbers</a:t>
            </a:r>
          </a:p>
        </p:txBody>
      </p:sp>
      <p:sp>
        <p:nvSpPr>
          <p:cNvPr id="37" name="Text Placeholder 35">
            <a:extLst>
              <a:ext uri="{FF2B5EF4-FFF2-40B4-BE49-F238E27FC236}">
                <a16:creationId xmlns:a16="http://schemas.microsoft.com/office/drawing/2014/main" id="{5EA20D16-797C-0F48-8320-3C577D9FE66F}"/>
              </a:ext>
            </a:extLst>
          </p:cNvPr>
          <p:cNvSpPr>
            <a:spLocks noGrp="1"/>
          </p:cNvSpPr>
          <p:nvPr>
            <p:ph type="body" sz="quarter" idx="11" hasCustomPrompt="1"/>
          </p:nvPr>
        </p:nvSpPr>
        <p:spPr>
          <a:xfrm>
            <a:off x="518752" y="1134119"/>
            <a:ext cx="3384325" cy="274320"/>
          </a:xfrm>
          <a:prstGeom prst="rect">
            <a:avLst/>
          </a:prstGeom>
        </p:spPr>
        <p:txBody>
          <a:bodyPr/>
          <a:lstStyle>
            <a:lvl1pPr marL="0" indent="0">
              <a:buNone/>
              <a:defRPr sz="1800">
                <a:solidFill>
                  <a:schemeClr val="bg1"/>
                </a:solidFill>
                <a:latin typeface="+mj-lt"/>
              </a:defRPr>
            </a:lvl1pPr>
            <a:lvl2pPr indent="0">
              <a:buNone/>
              <a:defRPr/>
            </a:lvl2pPr>
            <a:lvl3pPr indent="0">
              <a:buNone/>
              <a:defRPr/>
            </a:lvl3pPr>
            <a:lvl4pPr indent="0">
              <a:buNone/>
              <a:defRPr/>
            </a:lvl4pPr>
            <a:lvl5pPr indent="0">
              <a:buNone/>
              <a:defRPr/>
            </a:lvl5pPr>
          </a:lstStyle>
          <a:p>
            <a:pPr lvl="0"/>
            <a:r>
              <a:rPr lang="en-US"/>
              <a:t>HEADLINE HERE</a:t>
            </a:r>
          </a:p>
        </p:txBody>
      </p:sp>
      <p:sp>
        <p:nvSpPr>
          <p:cNvPr id="38" name="Text Placeholder 35">
            <a:extLst>
              <a:ext uri="{FF2B5EF4-FFF2-40B4-BE49-F238E27FC236}">
                <a16:creationId xmlns:a16="http://schemas.microsoft.com/office/drawing/2014/main" id="{605591DD-AC36-8648-B875-66E149E3417B}"/>
              </a:ext>
            </a:extLst>
          </p:cNvPr>
          <p:cNvSpPr>
            <a:spLocks noGrp="1"/>
          </p:cNvSpPr>
          <p:nvPr>
            <p:ph type="body" sz="quarter" idx="12" hasCustomPrompt="1"/>
          </p:nvPr>
        </p:nvSpPr>
        <p:spPr>
          <a:xfrm>
            <a:off x="418860" y="1751008"/>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$250K</a:t>
            </a:r>
          </a:p>
        </p:txBody>
      </p:sp>
      <p:sp>
        <p:nvSpPr>
          <p:cNvPr id="39" name="Text Placeholder 35">
            <a:extLst>
              <a:ext uri="{FF2B5EF4-FFF2-40B4-BE49-F238E27FC236}">
                <a16:creationId xmlns:a16="http://schemas.microsoft.com/office/drawing/2014/main" id="{5BF927B5-3795-AE40-BA18-C72E21691745}"/>
              </a:ext>
            </a:extLst>
          </p:cNvPr>
          <p:cNvSpPr>
            <a:spLocks noGrp="1"/>
          </p:cNvSpPr>
          <p:nvPr>
            <p:ph type="body" sz="quarter" idx="13" hasCustomPrompt="1"/>
          </p:nvPr>
        </p:nvSpPr>
        <p:spPr>
          <a:xfrm>
            <a:off x="418860" y="2619303"/>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$87K</a:t>
            </a:r>
          </a:p>
        </p:txBody>
      </p:sp>
      <p:sp>
        <p:nvSpPr>
          <p:cNvPr id="40" name="Text Placeholder 35">
            <a:extLst>
              <a:ext uri="{FF2B5EF4-FFF2-40B4-BE49-F238E27FC236}">
                <a16:creationId xmlns:a16="http://schemas.microsoft.com/office/drawing/2014/main" id="{D42C4CF9-226A-3042-A228-AA9DD57B8E1F}"/>
              </a:ext>
            </a:extLst>
          </p:cNvPr>
          <p:cNvSpPr>
            <a:spLocks noGrp="1"/>
          </p:cNvSpPr>
          <p:nvPr>
            <p:ph type="body" sz="quarter" idx="14" hasCustomPrompt="1"/>
          </p:nvPr>
        </p:nvSpPr>
        <p:spPr>
          <a:xfrm>
            <a:off x="418860" y="3487598"/>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$24K</a:t>
            </a:r>
          </a:p>
        </p:txBody>
      </p:sp>
      <p:sp>
        <p:nvSpPr>
          <p:cNvPr id="41" name="Text Placeholder 35">
            <a:extLst>
              <a:ext uri="{FF2B5EF4-FFF2-40B4-BE49-F238E27FC236}">
                <a16:creationId xmlns:a16="http://schemas.microsoft.com/office/drawing/2014/main" id="{8FB67E48-90A1-EB41-AF82-C598D3C37460}"/>
              </a:ext>
            </a:extLst>
          </p:cNvPr>
          <p:cNvSpPr>
            <a:spLocks noGrp="1"/>
          </p:cNvSpPr>
          <p:nvPr>
            <p:ph type="body" sz="quarter" idx="15" hasCustomPrompt="1"/>
          </p:nvPr>
        </p:nvSpPr>
        <p:spPr>
          <a:xfrm>
            <a:off x="418860" y="4348210"/>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$21K</a:t>
            </a:r>
          </a:p>
        </p:txBody>
      </p:sp>
      <p:sp>
        <p:nvSpPr>
          <p:cNvPr id="42" name="Text Placeholder 35">
            <a:extLst>
              <a:ext uri="{FF2B5EF4-FFF2-40B4-BE49-F238E27FC236}">
                <a16:creationId xmlns:a16="http://schemas.microsoft.com/office/drawing/2014/main" id="{D3948B05-738F-6A40-8DCB-A37B4B07BF29}"/>
              </a:ext>
            </a:extLst>
          </p:cNvPr>
          <p:cNvSpPr>
            <a:spLocks noGrp="1"/>
          </p:cNvSpPr>
          <p:nvPr>
            <p:ph type="body" sz="quarter" idx="16" hasCustomPrompt="1"/>
          </p:nvPr>
        </p:nvSpPr>
        <p:spPr>
          <a:xfrm>
            <a:off x="418860" y="5224190"/>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23</a:t>
            </a:r>
          </a:p>
        </p:txBody>
      </p:sp>
      <p:pic>
        <p:nvPicPr>
          <p:cNvPr id="7" name="Picture 6">
            <a:extLst>
              <a:ext uri="{FF2B5EF4-FFF2-40B4-BE49-F238E27FC236}">
                <a16:creationId xmlns:a16="http://schemas.microsoft.com/office/drawing/2014/main" id="{D1A50BEF-32F6-EA4C-8CB3-7B03782DA04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8" name="Slide Number Placeholder 5">
            <a:extLst>
              <a:ext uri="{FF2B5EF4-FFF2-40B4-BE49-F238E27FC236}">
                <a16:creationId xmlns:a16="http://schemas.microsoft.com/office/drawing/2014/main" id="{BAA2320E-F8FE-7D4B-9E39-49AED006279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9" name="Straight Connector 8">
            <a:extLst>
              <a:ext uri="{FF2B5EF4-FFF2-40B4-BE49-F238E27FC236}">
                <a16:creationId xmlns:a16="http://schemas.microsoft.com/office/drawing/2014/main" id="{5B4AEB69-806A-3747-BC95-037BA008A676}"/>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95066EA8-8F43-B245-8F08-8403F6613467}"/>
              </a:ext>
            </a:extLst>
          </p:cNvPr>
          <p:cNvGrpSpPr/>
          <p:nvPr userDrawn="1"/>
        </p:nvGrpSpPr>
        <p:grpSpPr>
          <a:xfrm>
            <a:off x="613917" y="1551561"/>
            <a:ext cx="3273722" cy="4340280"/>
            <a:chOff x="613916" y="1551561"/>
            <a:chExt cx="3751050" cy="4340280"/>
          </a:xfrm>
        </p:grpSpPr>
        <p:cxnSp>
          <p:nvCxnSpPr>
            <p:cNvPr id="23" name="Straight Connector 22">
              <a:extLst>
                <a:ext uri="{FF2B5EF4-FFF2-40B4-BE49-F238E27FC236}">
                  <a16:creationId xmlns:a16="http://schemas.microsoft.com/office/drawing/2014/main" id="{AEFD3A92-3A03-014D-BD77-526F1C6BF791}"/>
                </a:ext>
              </a:extLst>
            </p:cNvPr>
            <p:cNvCxnSpPr/>
            <p:nvPr/>
          </p:nvCxnSpPr>
          <p:spPr>
            <a:xfrm>
              <a:off x="613916" y="1551561"/>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CD179EB-FCF2-5D48-84C6-D79BD982A135}"/>
                </a:ext>
              </a:extLst>
            </p:cNvPr>
            <p:cNvCxnSpPr/>
            <p:nvPr/>
          </p:nvCxnSpPr>
          <p:spPr>
            <a:xfrm>
              <a:off x="613916" y="2421147"/>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9679602-3664-9F4D-A752-7A3CC3A7CA0B}"/>
                </a:ext>
              </a:extLst>
            </p:cNvPr>
            <p:cNvCxnSpPr/>
            <p:nvPr/>
          </p:nvCxnSpPr>
          <p:spPr>
            <a:xfrm>
              <a:off x="613916" y="3288102"/>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3D009EA-07D2-8945-81A7-1CC065D3468C}"/>
                </a:ext>
              </a:extLst>
            </p:cNvPr>
            <p:cNvCxnSpPr/>
            <p:nvPr/>
          </p:nvCxnSpPr>
          <p:spPr>
            <a:xfrm>
              <a:off x="613916" y="4156494"/>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292CEFA-8B8A-8B48-91D1-626D332F3E95}"/>
                </a:ext>
              </a:extLst>
            </p:cNvPr>
            <p:cNvCxnSpPr/>
            <p:nvPr/>
          </p:nvCxnSpPr>
          <p:spPr>
            <a:xfrm>
              <a:off x="613916" y="5023449"/>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3AEC495-4795-E249-A98C-93A8120260CF}"/>
                </a:ext>
              </a:extLst>
            </p:cNvPr>
            <p:cNvCxnSpPr/>
            <p:nvPr/>
          </p:nvCxnSpPr>
          <p:spPr>
            <a:xfrm>
              <a:off x="613916" y="5891841"/>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31820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ght_Timeline">
    <p:spTree>
      <p:nvGrpSpPr>
        <p:cNvPr id="1" name=""/>
        <p:cNvGrpSpPr/>
        <p:nvPr/>
      </p:nvGrpSpPr>
      <p:grpSpPr>
        <a:xfrm>
          <a:off x="0" y="0"/>
          <a:ext cx="0" cy="0"/>
          <a:chOff x="0" y="0"/>
          <a:chExt cx="0" cy="0"/>
        </a:xfrm>
      </p:grpSpPr>
      <p:pic>
        <p:nvPicPr>
          <p:cNvPr id="85" name="Picture 84">
            <a:extLst>
              <a:ext uri="{FF2B5EF4-FFF2-40B4-BE49-F238E27FC236}">
                <a16:creationId xmlns:a16="http://schemas.microsoft.com/office/drawing/2014/main" id="{6350CB19-2427-E944-9955-9AE85FC55116}"/>
              </a:ext>
            </a:extLst>
          </p:cNvPr>
          <p:cNvPicPr>
            <a:picLocks noChangeAspect="1"/>
          </p:cNvPicPr>
          <p:nvPr userDrawn="1"/>
        </p:nvPicPr>
        <p:blipFill>
          <a:blip r:embed="rId2"/>
          <a:stretch>
            <a:fillRect/>
          </a:stretch>
        </p:blipFill>
        <p:spPr>
          <a:xfrm rot="15711272">
            <a:off x="10238551" y="-173627"/>
            <a:ext cx="2735393" cy="2644967"/>
          </a:xfrm>
          <a:prstGeom prst="rect">
            <a:avLst/>
          </a:prstGeom>
        </p:spPr>
      </p:pic>
      <p:pic>
        <p:nvPicPr>
          <p:cNvPr id="86" name="Picture 85">
            <a:extLst>
              <a:ext uri="{FF2B5EF4-FFF2-40B4-BE49-F238E27FC236}">
                <a16:creationId xmlns:a16="http://schemas.microsoft.com/office/drawing/2014/main" id="{1704645B-190B-FF4F-83B8-D6AD7A38C629}"/>
              </a:ext>
            </a:extLst>
          </p:cNvPr>
          <p:cNvPicPr>
            <a:picLocks noChangeAspect="1"/>
          </p:cNvPicPr>
          <p:nvPr userDrawn="1"/>
        </p:nvPicPr>
        <p:blipFill>
          <a:blip r:embed="rId3"/>
          <a:stretch>
            <a:fillRect/>
          </a:stretch>
        </p:blipFill>
        <p:spPr>
          <a:xfrm rot="7499163">
            <a:off x="10482617" y="-6347"/>
            <a:ext cx="2150200" cy="2101332"/>
          </a:xfrm>
          <a:prstGeom prst="rect">
            <a:avLst/>
          </a:prstGeom>
        </p:spPr>
      </p:pic>
      <p:sp>
        <p:nvSpPr>
          <p:cNvPr id="20" name="Right Arrow 5">
            <a:extLst>
              <a:ext uri="{FF2B5EF4-FFF2-40B4-BE49-F238E27FC236}">
                <a16:creationId xmlns:a16="http://schemas.microsoft.com/office/drawing/2014/main" id="{EC7B10F4-8154-1345-9A91-1B8E121F7F57}"/>
              </a:ext>
            </a:extLst>
          </p:cNvPr>
          <p:cNvSpPr/>
          <p:nvPr userDrawn="1"/>
        </p:nvSpPr>
        <p:spPr>
          <a:xfrm>
            <a:off x="609601" y="3789880"/>
            <a:ext cx="10972800" cy="401605"/>
          </a:xfrm>
          <a:prstGeom prst="rightArrow">
            <a:avLst/>
          </a:prstGeom>
          <a:solidFill>
            <a:srgbClr val="BBD9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133" b="1">
              <a:latin typeface="Century Gothic"/>
            </a:endParaRPr>
          </a:p>
        </p:txBody>
      </p:sp>
      <p:pic>
        <p:nvPicPr>
          <p:cNvPr id="28" name="Picture 27">
            <a:extLst>
              <a:ext uri="{FF2B5EF4-FFF2-40B4-BE49-F238E27FC236}">
                <a16:creationId xmlns:a16="http://schemas.microsoft.com/office/drawing/2014/main" id="{DBA833F3-491A-0747-B537-47F8EDE4DD7F}"/>
              </a:ext>
            </a:extLst>
          </p:cNvPr>
          <p:cNvPicPr>
            <a:picLocks noChangeAspect="1"/>
          </p:cNvPicPr>
          <p:nvPr userDrawn="1"/>
        </p:nvPicPr>
        <p:blipFill>
          <a:blip r:embed="rId2"/>
          <a:stretch>
            <a:fillRect/>
          </a:stretch>
        </p:blipFill>
        <p:spPr>
          <a:xfrm rot="5400000">
            <a:off x="-922626" y="5287866"/>
            <a:ext cx="2735393" cy="2644967"/>
          </a:xfrm>
          <a:prstGeom prst="rect">
            <a:avLst/>
          </a:prstGeom>
        </p:spPr>
      </p:pic>
      <p:pic>
        <p:nvPicPr>
          <p:cNvPr id="29" name="Picture 28">
            <a:extLst>
              <a:ext uri="{FF2B5EF4-FFF2-40B4-BE49-F238E27FC236}">
                <a16:creationId xmlns:a16="http://schemas.microsoft.com/office/drawing/2014/main" id="{D0C5A61A-83A6-B449-AC11-850E231E7DA4}"/>
              </a:ext>
            </a:extLst>
          </p:cNvPr>
          <p:cNvPicPr>
            <a:picLocks noChangeAspect="1"/>
          </p:cNvPicPr>
          <p:nvPr userDrawn="1"/>
        </p:nvPicPr>
        <p:blipFill>
          <a:blip r:embed="rId3"/>
          <a:stretch>
            <a:fillRect/>
          </a:stretch>
        </p:blipFill>
        <p:spPr>
          <a:xfrm rot="18787891">
            <a:off x="-678560" y="5455146"/>
            <a:ext cx="2150200" cy="2101332"/>
          </a:xfrm>
          <a:prstGeom prst="rect">
            <a:avLst/>
          </a:prstGeom>
        </p:spPr>
      </p:pic>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E763A84-1AB6-1540-B93D-36FB96C84E40}"/>
              </a:ext>
            </a:extLst>
          </p:cNvPr>
          <p:cNvCxnSpPr>
            <a:cxnSpLocks/>
          </p:cNvCxnSpPr>
          <p:nvPr userDrawn="1"/>
        </p:nvCxnSpPr>
        <p:spPr>
          <a:xfrm flipV="1">
            <a:off x="2792573" y="3987518"/>
            <a:ext cx="6948814" cy="6329"/>
          </a:xfrm>
          <a:prstGeom prst="line">
            <a:avLst/>
          </a:prstGeom>
          <a:ln w="31750">
            <a:solidFill>
              <a:srgbClr val="21418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F8956F3-EA4F-854B-801D-F25886D58CB6}"/>
              </a:ext>
            </a:extLst>
          </p:cNvPr>
          <p:cNvCxnSpPr>
            <a:cxnSpLocks/>
          </p:cNvCxnSpPr>
          <p:nvPr userDrawn="1"/>
        </p:nvCxnSpPr>
        <p:spPr>
          <a:xfrm flipH="1">
            <a:off x="2837439" y="3526970"/>
            <a:ext cx="3126" cy="456654"/>
          </a:xfrm>
          <a:prstGeom prst="line">
            <a:avLst/>
          </a:prstGeom>
          <a:ln w="31750">
            <a:solidFill>
              <a:srgbClr val="214185"/>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946FC32-4BCD-1F43-B0C1-432FF8DD7184}"/>
              </a:ext>
            </a:extLst>
          </p:cNvPr>
          <p:cNvSpPr/>
          <p:nvPr userDrawn="1"/>
        </p:nvSpPr>
        <p:spPr>
          <a:xfrm>
            <a:off x="2781852" y="3937000"/>
            <a:ext cx="114300" cy="1143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9425762F-41E4-1A4F-BDF6-86EC00248C49}"/>
              </a:ext>
            </a:extLst>
          </p:cNvPr>
          <p:cNvCxnSpPr>
            <a:cxnSpLocks/>
          </p:cNvCxnSpPr>
          <p:nvPr userDrawn="1"/>
        </p:nvCxnSpPr>
        <p:spPr>
          <a:xfrm flipH="1">
            <a:off x="4561804" y="3526970"/>
            <a:ext cx="3126" cy="456654"/>
          </a:xfrm>
          <a:prstGeom prst="line">
            <a:avLst/>
          </a:prstGeom>
          <a:ln w="31750">
            <a:solidFill>
              <a:srgbClr val="214185"/>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FE595F99-B505-C540-B0C6-CCE8EE803BE3}"/>
              </a:ext>
            </a:extLst>
          </p:cNvPr>
          <p:cNvSpPr/>
          <p:nvPr userDrawn="1"/>
        </p:nvSpPr>
        <p:spPr>
          <a:xfrm>
            <a:off x="4506217" y="3937000"/>
            <a:ext cx="114300" cy="1143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60FD0662-9F71-614F-84BD-B8D797DF531D}"/>
              </a:ext>
            </a:extLst>
          </p:cNvPr>
          <p:cNvCxnSpPr>
            <a:cxnSpLocks/>
          </p:cNvCxnSpPr>
          <p:nvPr userDrawn="1"/>
        </p:nvCxnSpPr>
        <p:spPr>
          <a:xfrm flipH="1">
            <a:off x="6286169" y="3526970"/>
            <a:ext cx="3126" cy="456654"/>
          </a:xfrm>
          <a:prstGeom prst="line">
            <a:avLst/>
          </a:prstGeom>
          <a:ln w="31750">
            <a:solidFill>
              <a:srgbClr val="214185"/>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8DB942BB-864D-CC47-9EB7-F0F9671991E0}"/>
              </a:ext>
            </a:extLst>
          </p:cNvPr>
          <p:cNvSpPr/>
          <p:nvPr userDrawn="1"/>
        </p:nvSpPr>
        <p:spPr>
          <a:xfrm>
            <a:off x="6230582" y="3937000"/>
            <a:ext cx="114300" cy="1143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D6C81084-39A2-D142-8CB4-796F45DFF3AB}"/>
              </a:ext>
            </a:extLst>
          </p:cNvPr>
          <p:cNvCxnSpPr>
            <a:cxnSpLocks/>
          </p:cNvCxnSpPr>
          <p:nvPr userDrawn="1"/>
        </p:nvCxnSpPr>
        <p:spPr>
          <a:xfrm flipH="1">
            <a:off x="8010534" y="3526970"/>
            <a:ext cx="3126" cy="456654"/>
          </a:xfrm>
          <a:prstGeom prst="line">
            <a:avLst/>
          </a:prstGeom>
          <a:ln w="31750">
            <a:solidFill>
              <a:srgbClr val="214185"/>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A4B0CB1B-2E17-BF4F-99A0-2D1F0989A643}"/>
              </a:ext>
            </a:extLst>
          </p:cNvPr>
          <p:cNvSpPr/>
          <p:nvPr userDrawn="1"/>
        </p:nvSpPr>
        <p:spPr>
          <a:xfrm>
            <a:off x="7954947" y="3937000"/>
            <a:ext cx="114300" cy="1143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D184EE91-D5FC-EC4E-9E73-FF6D31F1EDF7}"/>
              </a:ext>
            </a:extLst>
          </p:cNvPr>
          <p:cNvCxnSpPr>
            <a:cxnSpLocks/>
          </p:cNvCxnSpPr>
          <p:nvPr userDrawn="1"/>
        </p:nvCxnSpPr>
        <p:spPr>
          <a:xfrm flipH="1">
            <a:off x="9734900" y="3526970"/>
            <a:ext cx="3126" cy="456654"/>
          </a:xfrm>
          <a:prstGeom prst="line">
            <a:avLst/>
          </a:prstGeom>
          <a:ln w="31750">
            <a:solidFill>
              <a:srgbClr val="214185"/>
            </a:solidFill>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30E12111-7541-B149-A5E7-E112F3B693EA}"/>
              </a:ext>
            </a:extLst>
          </p:cNvPr>
          <p:cNvSpPr/>
          <p:nvPr userDrawn="1"/>
        </p:nvSpPr>
        <p:spPr>
          <a:xfrm>
            <a:off x="9679313" y="3937000"/>
            <a:ext cx="114300" cy="1143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E0D3278-D845-7D40-9867-99709DCACD96}"/>
              </a:ext>
            </a:extLst>
          </p:cNvPr>
          <p:cNvSpPr/>
          <p:nvPr userDrawn="1"/>
        </p:nvSpPr>
        <p:spPr>
          <a:xfrm>
            <a:off x="2171217" y="2740436"/>
            <a:ext cx="1335570" cy="9335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957"/>
              </a:solidFill>
            </a:endParaRPr>
          </a:p>
        </p:txBody>
      </p:sp>
      <p:sp>
        <p:nvSpPr>
          <p:cNvPr id="39" name="Rectangle 38">
            <a:extLst>
              <a:ext uri="{FF2B5EF4-FFF2-40B4-BE49-F238E27FC236}">
                <a16:creationId xmlns:a16="http://schemas.microsoft.com/office/drawing/2014/main" id="{1D251CA2-3C54-B94F-AF52-4EC7F88BC964}"/>
              </a:ext>
            </a:extLst>
          </p:cNvPr>
          <p:cNvSpPr/>
          <p:nvPr userDrawn="1"/>
        </p:nvSpPr>
        <p:spPr>
          <a:xfrm>
            <a:off x="3895582" y="2740436"/>
            <a:ext cx="1335570" cy="9335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CD0A12E-332F-C045-9B00-ED5BE4833093}"/>
              </a:ext>
            </a:extLst>
          </p:cNvPr>
          <p:cNvSpPr/>
          <p:nvPr userDrawn="1"/>
        </p:nvSpPr>
        <p:spPr>
          <a:xfrm>
            <a:off x="5619947" y="2740436"/>
            <a:ext cx="1335570" cy="9335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262C9A7-6F1D-8A4B-BF57-553D3A0438CB}"/>
              </a:ext>
            </a:extLst>
          </p:cNvPr>
          <p:cNvSpPr/>
          <p:nvPr userDrawn="1"/>
        </p:nvSpPr>
        <p:spPr>
          <a:xfrm>
            <a:off x="7344312" y="2740436"/>
            <a:ext cx="1335570" cy="9335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29F012E-8ADA-2C4F-B717-766C9BA5DA7C}"/>
              </a:ext>
            </a:extLst>
          </p:cNvPr>
          <p:cNvSpPr/>
          <p:nvPr userDrawn="1"/>
        </p:nvSpPr>
        <p:spPr>
          <a:xfrm>
            <a:off x="9068678" y="2740436"/>
            <a:ext cx="1335570" cy="9335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 Placeholder 40">
            <a:extLst>
              <a:ext uri="{FF2B5EF4-FFF2-40B4-BE49-F238E27FC236}">
                <a16:creationId xmlns:a16="http://schemas.microsoft.com/office/drawing/2014/main" id="{016CFF4B-A416-F84A-85C7-BE26B81F127E}"/>
              </a:ext>
            </a:extLst>
          </p:cNvPr>
          <p:cNvSpPr>
            <a:spLocks noGrp="1"/>
          </p:cNvSpPr>
          <p:nvPr>
            <p:ph type="body" sz="quarter" idx="10" hasCustomPrompt="1"/>
          </p:nvPr>
        </p:nvSpPr>
        <p:spPr>
          <a:xfrm>
            <a:off x="2332012" y="2736542"/>
            <a:ext cx="1018131" cy="937414"/>
          </a:xfrm>
          <a:prstGeom prst="rect">
            <a:avLst/>
          </a:prstGeom>
        </p:spPr>
        <p:txBody>
          <a:bodyPr anchor="ctr"/>
          <a:lstStyle>
            <a:lvl1pPr marL="0" indent="0" algn="ctr">
              <a:lnSpc>
                <a:spcPct val="100000"/>
              </a:lnSpc>
              <a:buNone/>
              <a:defRPr sz="15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algn="ctr">
              <a:defRPr sz="1500"/>
            </a:lvl2pPr>
            <a:lvl3pPr algn="ctr">
              <a:defRPr sz="1500"/>
            </a:lvl3pPr>
            <a:lvl4pPr algn="ctr">
              <a:defRPr sz="1500"/>
            </a:lvl4pPr>
            <a:lvl5pPr algn="ctr">
              <a:defRPr sz="1500"/>
            </a:lvl5pPr>
          </a:lstStyle>
          <a:p>
            <a:pPr lvl="0"/>
            <a:r>
              <a:rPr lang="en-US"/>
              <a:t>Timeline Event</a:t>
            </a:r>
          </a:p>
        </p:txBody>
      </p:sp>
      <p:sp>
        <p:nvSpPr>
          <p:cNvPr id="44" name="Text Placeholder 40">
            <a:extLst>
              <a:ext uri="{FF2B5EF4-FFF2-40B4-BE49-F238E27FC236}">
                <a16:creationId xmlns:a16="http://schemas.microsoft.com/office/drawing/2014/main" id="{5ACD2ABA-1D71-DE40-8BBF-193E818A28C0}"/>
              </a:ext>
            </a:extLst>
          </p:cNvPr>
          <p:cNvSpPr>
            <a:spLocks noGrp="1"/>
          </p:cNvSpPr>
          <p:nvPr>
            <p:ph type="body" sz="quarter" idx="11" hasCustomPrompt="1"/>
          </p:nvPr>
        </p:nvSpPr>
        <p:spPr>
          <a:xfrm>
            <a:off x="4053236" y="2736542"/>
            <a:ext cx="1018131" cy="937414"/>
          </a:xfrm>
          <a:prstGeom prst="rect">
            <a:avLst/>
          </a:prstGeom>
        </p:spPr>
        <p:txBody>
          <a:bodyPr anchor="ctr"/>
          <a:lstStyle>
            <a:lvl1pPr marL="0" indent="0" algn="ctr">
              <a:lnSpc>
                <a:spcPct val="100000"/>
              </a:lnSpc>
              <a:buNone/>
              <a:defRPr sz="15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algn="ctr">
              <a:defRPr sz="1500"/>
            </a:lvl2pPr>
            <a:lvl3pPr algn="ctr">
              <a:defRPr sz="1500"/>
            </a:lvl3pPr>
            <a:lvl4pPr algn="ctr">
              <a:defRPr sz="1500"/>
            </a:lvl4pPr>
            <a:lvl5pPr algn="ctr">
              <a:defRPr sz="1500"/>
            </a:lvl5pPr>
          </a:lstStyle>
          <a:p>
            <a:pPr lvl="0"/>
            <a:r>
              <a:rPr lang="en-US"/>
              <a:t>Timeline Event</a:t>
            </a:r>
          </a:p>
        </p:txBody>
      </p:sp>
      <p:sp>
        <p:nvSpPr>
          <p:cNvPr id="45" name="Text Placeholder 40">
            <a:extLst>
              <a:ext uri="{FF2B5EF4-FFF2-40B4-BE49-F238E27FC236}">
                <a16:creationId xmlns:a16="http://schemas.microsoft.com/office/drawing/2014/main" id="{396F5804-01BC-924D-BEEA-0406A3C42C0F}"/>
              </a:ext>
            </a:extLst>
          </p:cNvPr>
          <p:cNvSpPr>
            <a:spLocks noGrp="1"/>
          </p:cNvSpPr>
          <p:nvPr>
            <p:ph type="body" sz="quarter" idx="12" hasCustomPrompt="1"/>
          </p:nvPr>
        </p:nvSpPr>
        <p:spPr>
          <a:xfrm>
            <a:off x="5783424" y="2736542"/>
            <a:ext cx="1018131" cy="937414"/>
          </a:xfrm>
          <a:prstGeom prst="rect">
            <a:avLst/>
          </a:prstGeom>
        </p:spPr>
        <p:txBody>
          <a:bodyPr anchor="ctr"/>
          <a:lstStyle>
            <a:lvl1pPr marL="0" indent="0" algn="ctr">
              <a:lnSpc>
                <a:spcPct val="100000"/>
              </a:lnSpc>
              <a:buNone/>
              <a:defRPr sz="15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algn="ctr">
              <a:defRPr sz="1500"/>
            </a:lvl2pPr>
            <a:lvl3pPr algn="ctr">
              <a:defRPr sz="1500"/>
            </a:lvl3pPr>
            <a:lvl4pPr algn="ctr">
              <a:defRPr sz="1500"/>
            </a:lvl4pPr>
            <a:lvl5pPr algn="ctr">
              <a:defRPr sz="1500"/>
            </a:lvl5pPr>
          </a:lstStyle>
          <a:p>
            <a:pPr lvl="0"/>
            <a:r>
              <a:rPr lang="en-US"/>
              <a:t>Timeline Event</a:t>
            </a:r>
          </a:p>
        </p:txBody>
      </p:sp>
      <p:sp>
        <p:nvSpPr>
          <p:cNvPr id="46" name="Text Placeholder 40">
            <a:extLst>
              <a:ext uri="{FF2B5EF4-FFF2-40B4-BE49-F238E27FC236}">
                <a16:creationId xmlns:a16="http://schemas.microsoft.com/office/drawing/2014/main" id="{F3BC739C-FD1E-6A45-8F5E-3AB358AB1D83}"/>
              </a:ext>
            </a:extLst>
          </p:cNvPr>
          <p:cNvSpPr>
            <a:spLocks noGrp="1"/>
          </p:cNvSpPr>
          <p:nvPr>
            <p:ph type="body" sz="quarter" idx="13" hasCustomPrompt="1"/>
          </p:nvPr>
        </p:nvSpPr>
        <p:spPr>
          <a:xfrm>
            <a:off x="7504647" y="2736542"/>
            <a:ext cx="1018131" cy="937414"/>
          </a:xfrm>
          <a:prstGeom prst="rect">
            <a:avLst/>
          </a:prstGeom>
        </p:spPr>
        <p:txBody>
          <a:bodyPr anchor="ctr"/>
          <a:lstStyle>
            <a:lvl1pPr marL="0" indent="0" algn="ctr">
              <a:lnSpc>
                <a:spcPct val="100000"/>
              </a:lnSpc>
              <a:buNone/>
              <a:defRPr sz="15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algn="ctr">
              <a:defRPr sz="1500"/>
            </a:lvl2pPr>
            <a:lvl3pPr algn="ctr">
              <a:defRPr sz="1500"/>
            </a:lvl3pPr>
            <a:lvl4pPr algn="ctr">
              <a:defRPr sz="1500"/>
            </a:lvl4pPr>
            <a:lvl5pPr algn="ctr">
              <a:defRPr sz="1500"/>
            </a:lvl5pPr>
          </a:lstStyle>
          <a:p>
            <a:pPr lvl="0"/>
            <a:r>
              <a:rPr lang="en-US"/>
              <a:t>Timeline Event</a:t>
            </a:r>
          </a:p>
        </p:txBody>
      </p:sp>
      <p:sp>
        <p:nvSpPr>
          <p:cNvPr id="47" name="Text Placeholder 40">
            <a:extLst>
              <a:ext uri="{FF2B5EF4-FFF2-40B4-BE49-F238E27FC236}">
                <a16:creationId xmlns:a16="http://schemas.microsoft.com/office/drawing/2014/main" id="{A65D9E30-91BD-C542-9F00-63C46ADA7583}"/>
              </a:ext>
            </a:extLst>
          </p:cNvPr>
          <p:cNvSpPr>
            <a:spLocks noGrp="1"/>
          </p:cNvSpPr>
          <p:nvPr>
            <p:ph type="body" sz="quarter" idx="14" hasCustomPrompt="1"/>
          </p:nvPr>
        </p:nvSpPr>
        <p:spPr>
          <a:xfrm>
            <a:off x="9234835" y="2736542"/>
            <a:ext cx="1018131" cy="937414"/>
          </a:xfrm>
          <a:prstGeom prst="rect">
            <a:avLst/>
          </a:prstGeom>
        </p:spPr>
        <p:txBody>
          <a:bodyPr anchor="ctr"/>
          <a:lstStyle>
            <a:lvl1pPr marL="0" indent="0" algn="ctr">
              <a:lnSpc>
                <a:spcPct val="100000"/>
              </a:lnSpc>
              <a:buNone/>
              <a:defRPr sz="15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algn="ctr">
              <a:defRPr sz="1500"/>
            </a:lvl2pPr>
            <a:lvl3pPr algn="ctr">
              <a:defRPr sz="1500"/>
            </a:lvl3pPr>
            <a:lvl4pPr algn="ctr">
              <a:defRPr sz="1500"/>
            </a:lvl4pPr>
            <a:lvl5pPr algn="ctr">
              <a:defRPr sz="1500"/>
            </a:lvl5pPr>
          </a:lstStyle>
          <a:p>
            <a:pPr lvl="0"/>
            <a:r>
              <a:rPr lang="en-US"/>
              <a:t>Timeline Event</a:t>
            </a:r>
          </a:p>
        </p:txBody>
      </p:sp>
      <p:sp>
        <p:nvSpPr>
          <p:cNvPr id="48" name="Text Placeholder 46">
            <a:extLst>
              <a:ext uri="{FF2B5EF4-FFF2-40B4-BE49-F238E27FC236}">
                <a16:creationId xmlns:a16="http://schemas.microsoft.com/office/drawing/2014/main" id="{8744CF45-0A74-6D43-9B53-6144A49C22B7}"/>
              </a:ext>
            </a:extLst>
          </p:cNvPr>
          <p:cNvSpPr>
            <a:spLocks noGrp="1"/>
          </p:cNvSpPr>
          <p:nvPr>
            <p:ph type="body" sz="quarter" idx="15" hasCustomPrompt="1"/>
          </p:nvPr>
        </p:nvSpPr>
        <p:spPr>
          <a:xfrm>
            <a:off x="2160806" y="4315191"/>
            <a:ext cx="1335024" cy="292608"/>
          </a:xfrm>
          <a:prstGeom prst="rect">
            <a:avLst/>
          </a:prstGeom>
          <a:solidFill>
            <a:srgbClr val="DEEDF9"/>
          </a:solidFill>
        </p:spPr>
        <p:txBody>
          <a:bodyPr anchor="ctr"/>
          <a:lstStyle>
            <a:lvl1pPr marL="0" indent="0" algn="ctr">
              <a:buNone/>
              <a:defRPr sz="1100">
                <a:solidFill>
                  <a:schemeClr val="accent3"/>
                </a:solidFill>
                <a:latin typeface="+mj-lt"/>
              </a:defRPr>
            </a:lvl1pPr>
          </a:lstStyle>
          <a:p>
            <a:pPr lvl="0"/>
            <a:r>
              <a:rPr lang="en-US"/>
              <a:t>Date</a:t>
            </a:r>
          </a:p>
        </p:txBody>
      </p:sp>
      <p:sp>
        <p:nvSpPr>
          <p:cNvPr id="49" name="Text Placeholder 46">
            <a:extLst>
              <a:ext uri="{FF2B5EF4-FFF2-40B4-BE49-F238E27FC236}">
                <a16:creationId xmlns:a16="http://schemas.microsoft.com/office/drawing/2014/main" id="{008BD7D4-71A4-4A4F-AB91-A6F1E560E24C}"/>
              </a:ext>
            </a:extLst>
          </p:cNvPr>
          <p:cNvSpPr>
            <a:spLocks noGrp="1"/>
          </p:cNvSpPr>
          <p:nvPr>
            <p:ph type="body" sz="quarter" idx="16" hasCustomPrompt="1"/>
          </p:nvPr>
        </p:nvSpPr>
        <p:spPr>
          <a:xfrm>
            <a:off x="3886512" y="4315191"/>
            <a:ext cx="1335024" cy="292608"/>
          </a:xfrm>
          <a:prstGeom prst="rect">
            <a:avLst/>
          </a:prstGeom>
          <a:solidFill>
            <a:srgbClr val="DEEDF9"/>
          </a:solidFill>
        </p:spPr>
        <p:txBody>
          <a:bodyPr anchor="ctr"/>
          <a:lstStyle>
            <a:lvl1pPr marL="0" indent="0" algn="ctr">
              <a:buNone/>
              <a:defRPr sz="1100">
                <a:solidFill>
                  <a:schemeClr val="accent3"/>
                </a:solidFill>
                <a:latin typeface="+mj-lt"/>
              </a:defRPr>
            </a:lvl1pPr>
          </a:lstStyle>
          <a:p>
            <a:pPr lvl="0"/>
            <a:r>
              <a:rPr lang="en-US"/>
              <a:t>Date</a:t>
            </a:r>
          </a:p>
        </p:txBody>
      </p:sp>
      <p:sp>
        <p:nvSpPr>
          <p:cNvPr id="50" name="Text Placeholder 46">
            <a:extLst>
              <a:ext uri="{FF2B5EF4-FFF2-40B4-BE49-F238E27FC236}">
                <a16:creationId xmlns:a16="http://schemas.microsoft.com/office/drawing/2014/main" id="{684D6CDE-DF20-3D49-889F-94E8899FB0BC}"/>
              </a:ext>
            </a:extLst>
          </p:cNvPr>
          <p:cNvSpPr>
            <a:spLocks noGrp="1"/>
          </p:cNvSpPr>
          <p:nvPr>
            <p:ph type="body" sz="quarter" idx="17" hasCustomPrompt="1"/>
          </p:nvPr>
        </p:nvSpPr>
        <p:spPr>
          <a:xfrm>
            <a:off x="5612218" y="4315191"/>
            <a:ext cx="1335024" cy="292608"/>
          </a:xfrm>
          <a:prstGeom prst="rect">
            <a:avLst/>
          </a:prstGeom>
          <a:solidFill>
            <a:srgbClr val="DEEDF9"/>
          </a:solidFill>
        </p:spPr>
        <p:txBody>
          <a:bodyPr anchor="ctr"/>
          <a:lstStyle>
            <a:lvl1pPr marL="0" indent="0" algn="ctr">
              <a:buNone/>
              <a:defRPr sz="1100">
                <a:solidFill>
                  <a:schemeClr val="accent3"/>
                </a:solidFill>
                <a:latin typeface="+mj-lt"/>
              </a:defRPr>
            </a:lvl1pPr>
          </a:lstStyle>
          <a:p>
            <a:pPr lvl="0"/>
            <a:r>
              <a:rPr lang="en-US"/>
              <a:t>Date</a:t>
            </a:r>
          </a:p>
        </p:txBody>
      </p:sp>
      <p:sp>
        <p:nvSpPr>
          <p:cNvPr id="51" name="Text Placeholder 46">
            <a:extLst>
              <a:ext uri="{FF2B5EF4-FFF2-40B4-BE49-F238E27FC236}">
                <a16:creationId xmlns:a16="http://schemas.microsoft.com/office/drawing/2014/main" id="{5E633F6C-6BF6-2443-8105-A5829843025D}"/>
              </a:ext>
            </a:extLst>
          </p:cNvPr>
          <p:cNvSpPr>
            <a:spLocks noGrp="1"/>
          </p:cNvSpPr>
          <p:nvPr>
            <p:ph type="body" sz="quarter" idx="18" hasCustomPrompt="1"/>
          </p:nvPr>
        </p:nvSpPr>
        <p:spPr>
          <a:xfrm>
            <a:off x="7337924" y="4315191"/>
            <a:ext cx="1335024" cy="292608"/>
          </a:xfrm>
          <a:prstGeom prst="rect">
            <a:avLst/>
          </a:prstGeom>
          <a:solidFill>
            <a:srgbClr val="DEEDF9"/>
          </a:solidFill>
        </p:spPr>
        <p:txBody>
          <a:bodyPr anchor="ctr"/>
          <a:lstStyle>
            <a:lvl1pPr marL="0" indent="0" algn="ctr">
              <a:buNone/>
              <a:defRPr sz="1100">
                <a:solidFill>
                  <a:schemeClr val="accent3"/>
                </a:solidFill>
                <a:latin typeface="+mj-lt"/>
              </a:defRPr>
            </a:lvl1pPr>
          </a:lstStyle>
          <a:p>
            <a:pPr lvl="0"/>
            <a:r>
              <a:rPr lang="en-US"/>
              <a:t>Date</a:t>
            </a:r>
          </a:p>
        </p:txBody>
      </p:sp>
      <p:sp>
        <p:nvSpPr>
          <p:cNvPr id="52" name="Text Placeholder 46">
            <a:extLst>
              <a:ext uri="{FF2B5EF4-FFF2-40B4-BE49-F238E27FC236}">
                <a16:creationId xmlns:a16="http://schemas.microsoft.com/office/drawing/2014/main" id="{E88577C7-14F8-454B-887E-C72795652072}"/>
              </a:ext>
            </a:extLst>
          </p:cNvPr>
          <p:cNvSpPr>
            <a:spLocks noGrp="1"/>
          </p:cNvSpPr>
          <p:nvPr>
            <p:ph type="body" sz="quarter" idx="19" hasCustomPrompt="1"/>
          </p:nvPr>
        </p:nvSpPr>
        <p:spPr>
          <a:xfrm>
            <a:off x="9063629" y="4315191"/>
            <a:ext cx="1335024" cy="292608"/>
          </a:xfrm>
          <a:prstGeom prst="rect">
            <a:avLst/>
          </a:prstGeom>
          <a:solidFill>
            <a:srgbClr val="DEEDF9"/>
          </a:solidFill>
        </p:spPr>
        <p:txBody>
          <a:bodyPr anchor="ctr"/>
          <a:lstStyle>
            <a:lvl1pPr marL="0" indent="0" algn="ctr">
              <a:buNone/>
              <a:defRPr sz="1100">
                <a:solidFill>
                  <a:schemeClr val="accent3"/>
                </a:solidFill>
                <a:latin typeface="+mj-lt"/>
              </a:defRPr>
            </a:lvl1pPr>
          </a:lstStyle>
          <a:p>
            <a:pPr lvl="0"/>
            <a:r>
              <a:rPr lang="en-US"/>
              <a:t>Date</a:t>
            </a:r>
          </a:p>
        </p:txBody>
      </p:sp>
    </p:spTree>
    <p:extLst>
      <p:ext uri="{BB962C8B-B14F-4D97-AF65-F5344CB8AC3E}">
        <p14:creationId xmlns:p14="http://schemas.microsoft.com/office/powerpoint/2010/main" val="3427966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ght_Centered_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80861" y="469766"/>
            <a:ext cx="11630279" cy="547556"/>
          </a:xfrm>
          <a:prstGeom prst="rect">
            <a:avLst/>
          </a:prstGeom>
        </p:spPr>
        <p:txBody>
          <a:bodyPr anchor="ctr"/>
          <a:lstStyle>
            <a:lvl1pPr algn="ctr">
              <a:defRPr sz="3600">
                <a:solidFill>
                  <a:schemeClr val="tx1"/>
                </a:solidFill>
              </a:defRPr>
            </a:lvl1pPr>
          </a:lstStyle>
          <a:p>
            <a:r>
              <a:rPr lang="en-US"/>
              <a:t>Headline Goes Here</a:t>
            </a:r>
          </a:p>
        </p:txBody>
      </p:sp>
      <p:sp>
        <p:nvSpPr>
          <p:cNvPr id="55" name="Text Placeholder 9">
            <a:extLst>
              <a:ext uri="{FF2B5EF4-FFF2-40B4-BE49-F238E27FC236}">
                <a16:creationId xmlns:a16="http://schemas.microsoft.com/office/drawing/2014/main" id="{AC879825-5827-5C4C-A3F5-AFF9945CA6E5}"/>
              </a:ext>
            </a:extLst>
          </p:cNvPr>
          <p:cNvSpPr>
            <a:spLocks noGrp="1"/>
          </p:cNvSpPr>
          <p:nvPr>
            <p:ph type="body" sz="quarter" idx="23" hasCustomPrompt="1"/>
          </p:nvPr>
        </p:nvSpPr>
        <p:spPr>
          <a:xfrm>
            <a:off x="280860" y="960447"/>
            <a:ext cx="11630259" cy="483558"/>
          </a:xfrm>
          <a:prstGeom prst="rect">
            <a:avLst/>
          </a:prstGeom>
        </p:spPr>
        <p:txBody>
          <a:bodyPr/>
          <a:lstStyle>
            <a:lvl1pPr marL="0" indent="0" algn="ctr">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02597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ight_Statistics_Photo_Grid">
    <p:spTree>
      <p:nvGrpSpPr>
        <p:cNvPr id="1" name=""/>
        <p:cNvGrpSpPr/>
        <p:nvPr/>
      </p:nvGrpSpPr>
      <p:grpSpPr>
        <a:xfrm>
          <a:off x="0" y="0"/>
          <a:ext cx="0" cy="0"/>
          <a:chOff x="0" y="0"/>
          <a:chExt cx="0" cy="0"/>
        </a:xfrm>
      </p:grpSpPr>
      <p:sp>
        <p:nvSpPr>
          <p:cNvPr id="80" name="Rectangle 79">
            <a:extLst>
              <a:ext uri="{FF2B5EF4-FFF2-40B4-BE49-F238E27FC236}">
                <a16:creationId xmlns:a16="http://schemas.microsoft.com/office/drawing/2014/main" id="{AB3A7B65-04E4-EA45-9861-22E860C43BD8}"/>
              </a:ext>
            </a:extLst>
          </p:cNvPr>
          <p:cNvSpPr/>
          <p:nvPr userDrawn="1"/>
        </p:nvSpPr>
        <p:spPr>
          <a:xfrm>
            <a:off x="0" y="0"/>
            <a:ext cx="5262282" cy="6858000"/>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 Placeholder 43">
            <a:extLst>
              <a:ext uri="{FF2B5EF4-FFF2-40B4-BE49-F238E27FC236}">
                <a16:creationId xmlns:a16="http://schemas.microsoft.com/office/drawing/2014/main" id="{88EC4CE5-2BD8-CE4F-8F6A-0F8C67BA3737}"/>
              </a:ext>
            </a:extLst>
          </p:cNvPr>
          <p:cNvSpPr>
            <a:spLocks noGrp="1"/>
          </p:cNvSpPr>
          <p:nvPr>
            <p:ph type="body" sz="quarter" idx="17" hasCustomPrompt="1"/>
          </p:nvPr>
        </p:nvSpPr>
        <p:spPr>
          <a:xfrm>
            <a:off x="1790232" y="1760360"/>
            <a:ext cx="2746867"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will go here in one or two lines of text</a:t>
            </a:r>
          </a:p>
        </p:txBody>
      </p:sp>
      <p:sp>
        <p:nvSpPr>
          <p:cNvPr id="38" name="Text Placeholder 35">
            <a:extLst>
              <a:ext uri="{FF2B5EF4-FFF2-40B4-BE49-F238E27FC236}">
                <a16:creationId xmlns:a16="http://schemas.microsoft.com/office/drawing/2014/main" id="{605591DD-AC36-8648-B875-66E149E3417B}"/>
              </a:ext>
            </a:extLst>
          </p:cNvPr>
          <p:cNvSpPr>
            <a:spLocks noGrp="1"/>
          </p:cNvSpPr>
          <p:nvPr>
            <p:ph type="body" sz="quarter" idx="12" hasCustomPrompt="1"/>
          </p:nvPr>
        </p:nvSpPr>
        <p:spPr>
          <a:xfrm>
            <a:off x="418860" y="1751008"/>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$250K</a:t>
            </a:r>
          </a:p>
        </p:txBody>
      </p:sp>
      <p:sp>
        <p:nvSpPr>
          <p:cNvPr id="36" name="Text Placeholder 35">
            <a:extLst>
              <a:ext uri="{FF2B5EF4-FFF2-40B4-BE49-F238E27FC236}">
                <a16:creationId xmlns:a16="http://schemas.microsoft.com/office/drawing/2014/main" id="{6E9B7C7B-2A62-6840-A8C2-6480CF760378}"/>
              </a:ext>
            </a:extLst>
          </p:cNvPr>
          <p:cNvSpPr>
            <a:spLocks noGrp="1"/>
          </p:cNvSpPr>
          <p:nvPr>
            <p:ph type="body" sz="quarter" idx="10" hasCustomPrompt="1"/>
          </p:nvPr>
        </p:nvSpPr>
        <p:spPr>
          <a:xfrm>
            <a:off x="488016" y="447721"/>
            <a:ext cx="4305987" cy="548640"/>
          </a:xfrm>
          <a:prstGeom prst="rect">
            <a:avLst/>
          </a:prstGeom>
        </p:spPr>
        <p:txBody>
          <a:bodyPr/>
          <a:lstStyle>
            <a:lvl1pPr marL="0" indent="0">
              <a:buNone/>
              <a:defRPr sz="3600">
                <a:solidFill>
                  <a:schemeClr val="bg1"/>
                </a:solidFill>
                <a:latin typeface="+mj-lt"/>
              </a:defRPr>
            </a:lvl1pPr>
            <a:lvl2pPr indent="0">
              <a:buNone/>
              <a:defRPr/>
            </a:lvl2pPr>
            <a:lvl3pPr indent="0">
              <a:buNone/>
              <a:defRPr/>
            </a:lvl3pPr>
            <a:lvl4pPr indent="0">
              <a:buNone/>
              <a:defRPr/>
            </a:lvl4pPr>
            <a:lvl5pPr indent="0">
              <a:buNone/>
              <a:defRPr/>
            </a:lvl5pPr>
          </a:lstStyle>
          <a:p>
            <a:pPr lvl="0"/>
            <a:r>
              <a:rPr lang="en-US"/>
              <a:t>Headline Goes Here</a:t>
            </a:r>
          </a:p>
        </p:txBody>
      </p:sp>
      <p:sp>
        <p:nvSpPr>
          <p:cNvPr id="37" name="Text Placeholder 35">
            <a:extLst>
              <a:ext uri="{FF2B5EF4-FFF2-40B4-BE49-F238E27FC236}">
                <a16:creationId xmlns:a16="http://schemas.microsoft.com/office/drawing/2014/main" id="{5EA20D16-797C-0F48-8320-3C577D9FE66F}"/>
              </a:ext>
            </a:extLst>
          </p:cNvPr>
          <p:cNvSpPr>
            <a:spLocks noGrp="1"/>
          </p:cNvSpPr>
          <p:nvPr>
            <p:ph type="body" sz="quarter" idx="11" hasCustomPrompt="1"/>
          </p:nvPr>
        </p:nvSpPr>
        <p:spPr>
          <a:xfrm>
            <a:off x="518752" y="1134119"/>
            <a:ext cx="3384325" cy="274320"/>
          </a:xfrm>
          <a:prstGeom prst="rect">
            <a:avLst/>
          </a:prstGeom>
        </p:spPr>
        <p:txBody>
          <a:bodyPr/>
          <a:lstStyle>
            <a:lvl1pPr marL="0" indent="0">
              <a:buNone/>
              <a:defRPr sz="1800">
                <a:solidFill>
                  <a:schemeClr val="bg1"/>
                </a:solidFill>
                <a:latin typeface="+mj-lt"/>
              </a:defRPr>
            </a:lvl1pPr>
            <a:lvl2pPr indent="0">
              <a:buNone/>
              <a:defRPr/>
            </a:lvl2pPr>
            <a:lvl3pPr indent="0">
              <a:buNone/>
              <a:defRPr/>
            </a:lvl3pPr>
            <a:lvl4pPr indent="0">
              <a:buNone/>
              <a:defRPr/>
            </a:lvl4pPr>
            <a:lvl5pPr indent="0">
              <a:buNone/>
              <a:defRPr/>
            </a:lvl5pPr>
          </a:lstStyle>
          <a:p>
            <a:pPr lvl="0"/>
            <a:r>
              <a:rPr lang="en-US"/>
              <a:t>SUBHEADLINE HERE</a:t>
            </a:r>
          </a:p>
        </p:txBody>
      </p:sp>
      <p:sp>
        <p:nvSpPr>
          <p:cNvPr id="45" name="Text Placeholder 43">
            <a:extLst>
              <a:ext uri="{FF2B5EF4-FFF2-40B4-BE49-F238E27FC236}">
                <a16:creationId xmlns:a16="http://schemas.microsoft.com/office/drawing/2014/main" id="{E7D4662E-E593-9E40-9425-8C37086206C8}"/>
              </a:ext>
            </a:extLst>
          </p:cNvPr>
          <p:cNvSpPr>
            <a:spLocks noGrp="1"/>
          </p:cNvSpPr>
          <p:nvPr>
            <p:ph type="body" sz="quarter" idx="18" hasCustomPrompt="1"/>
          </p:nvPr>
        </p:nvSpPr>
        <p:spPr>
          <a:xfrm>
            <a:off x="1790232" y="2628656"/>
            <a:ext cx="2746867"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will go here in one or two lines of text</a:t>
            </a:r>
          </a:p>
        </p:txBody>
      </p:sp>
      <p:sp>
        <p:nvSpPr>
          <p:cNvPr id="46" name="Text Placeholder 43">
            <a:extLst>
              <a:ext uri="{FF2B5EF4-FFF2-40B4-BE49-F238E27FC236}">
                <a16:creationId xmlns:a16="http://schemas.microsoft.com/office/drawing/2014/main" id="{695E2F15-A3BE-5B47-B370-F59B8C4E5F15}"/>
              </a:ext>
            </a:extLst>
          </p:cNvPr>
          <p:cNvSpPr>
            <a:spLocks noGrp="1"/>
          </p:cNvSpPr>
          <p:nvPr>
            <p:ph type="body" sz="quarter" idx="19" hasCustomPrompt="1"/>
          </p:nvPr>
        </p:nvSpPr>
        <p:spPr>
          <a:xfrm>
            <a:off x="1790232" y="3496951"/>
            <a:ext cx="2746867"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will go here in one or two lines of text</a:t>
            </a:r>
          </a:p>
        </p:txBody>
      </p:sp>
      <p:sp>
        <p:nvSpPr>
          <p:cNvPr id="47" name="Text Placeholder 43">
            <a:extLst>
              <a:ext uri="{FF2B5EF4-FFF2-40B4-BE49-F238E27FC236}">
                <a16:creationId xmlns:a16="http://schemas.microsoft.com/office/drawing/2014/main" id="{F4C4BE63-6F63-A145-98D8-821E5B633EDC}"/>
              </a:ext>
            </a:extLst>
          </p:cNvPr>
          <p:cNvSpPr>
            <a:spLocks noGrp="1"/>
          </p:cNvSpPr>
          <p:nvPr>
            <p:ph type="body" sz="quarter" idx="20" hasCustomPrompt="1"/>
          </p:nvPr>
        </p:nvSpPr>
        <p:spPr>
          <a:xfrm>
            <a:off x="1790232" y="4365247"/>
            <a:ext cx="2746867"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will go here in one or two lines of text</a:t>
            </a:r>
          </a:p>
        </p:txBody>
      </p:sp>
      <p:sp>
        <p:nvSpPr>
          <p:cNvPr id="48" name="Text Placeholder 43">
            <a:extLst>
              <a:ext uri="{FF2B5EF4-FFF2-40B4-BE49-F238E27FC236}">
                <a16:creationId xmlns:a16="http://schemas.microsoft.com/office/drawing/2014/main" id="{33C24460-D761-4645-9652-5BB1289FC0FB}"/>
              </a:ext>
            </a:extLst>
          </p:cNvPr>
          <p:cNvSpPr>
            <a:spLocks noGrp="1"/>
          </p:cNvSpPr>
          <p:nvPr>
            <p:ph type="body" sz="quarter" idx="21" hasCustomPrompt="1"/>
          </p:nvPr>
        </p:nvSpPr>
        <p:spPr>
          <a:xfrm>
            <a:off x="1790232" y="5233543"/>
            <a:ext cx="2746867" cy="457200"/>
          </a:xfrm>
          <a:prstGeom prst="rect">
            <a:avLst/>
          </a:prstGeom>
        </p:spPr>
        <p:txBody>
          <a:bodyPr/>
          <a:lstStyle>
            <a:lvl1pPr marL="0" indent="0">
              <a:lnSpc>
                <a:spcPct val="100000"/>
              </a:lnSpc>
              <a:buFontTx/>
              <a:buNone/>
              <a:defRPr sz="12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FontTx/>
              <a:buNone/>
              <a:defRPr/>
            </a:lvl2pPr>
            <a:lvl3pPr>
              <a:buFontTx/>
              <a:buNone/>
              <a:defRPr/>
            </a:lvl3pPr>
            <a:lvl4pPr>
              <a:buFontTx/>
              <a:buNone/>
              <a:defRPr/>
            </a:lvl4pPr>
            <a:lvl5pPr>
              <a:buFontTx/>
              <a:buNone/>
              <a:defRPr/>
            </a:lvl5pPr>
          </a:lstStyle>
          <a:p>
            <a:pPr lvl="0"/>
            <a:r>
              <a:rPr lang="en-US"/>
              <a:t>Descriptor about the statistic will go here in one or two lines of text</a:t>
            </a:r>
          </a:p>
        </p:txBody>
      </p:sp>
      <p:sp>
        <p:nvSpPr>
          <p:cNvPr id="39" name="Text Placeholder 35">
            <a:extLst>
              <a:ext uri="{FF2B5EF4-FFF2-40B4-BE49-F238E27FC236}">
                <a16:creationId xmlns:a16="http://schemas.microsoft.com/office/drawing/2014/main" id="{5BF927B5-3795-AE40-BA18-C72E21691745}"/>
              </a:ext>
            </a:extLst>
          </p:cNvPr>
          <p:cNvSpPr>
            <a:spLocks noGrp="1"/>
          </p:cNvSpPr>
          <p:nvPr>
            <p:ph type="body" sz="quarter" idx="13" hasCustomPrompt="1"/>
          </p:nvPr>
        </p:nvSpPr>
        <p:spPr>
          <a:xfrm>
            <a:off x="418860" y="2619303"/>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$87K</a:t>
            </a:r>
          </a:p>
        </p:txBody>
      </p:sp>
      <p:sp>
        <p:nvSpPr>
          <p:cNvPr id="40" name="Text Placeholder 35">
            <a:extLst>
              <a:ext uri="{FF2B5EF4-FFF2-40B4-BE49-F238E27FC236}">
                <a16:creationId xmlns:a16="http://schemas.microsoft.com/office/drawing/2014/main" id="{D42C4CF9-226A-3042-A228-AA9DD57B8E1F}"/>
              </a:ext>
            </a:extLst>
          </p:cNvPr>
          <p:cNvSpPr>
            <a:spLocks noGrp="1"/>
          </p:cNvSpPr>
          <p:nvPr>
            <p:ph type="body" sz="quarter" idx="14" hasCustomPrompt="1"/>
          </p:nvPr>
        </p:nvSpPr>
        <p:spPr>
          <a:xfrm>
            <a:off x="418860" y="3487598"/>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$24K</a:t>
            </a:r>
          </a:p>
        </p:txBody>
      </p:sp>
      <p:sp>
        <p:nvSpPr>
          <p:cNvPr id="41" name="Text Placeholder 35">
            <a:extLst>
              <a:ext uri="{FF2B5EF4-FFF2-40B4-BE49-F238E27FC236}">
                <a16:creationId xmlns:a16="http://schemas.microsoft.com/office/drawing/2014/main" id="{8FB67E48-90A1-EB41-AF82-C598D3C37460}"/>
              </a:ext>
            </a:extLst>
          </p:cNvPr>
          <p:cNvSpPr>
            <a:spLocks noGrp="1"/>
          </p:cNvSpPr>
          <p:nvPr>
            <p:ph type="body" sz="quarter" idx="15" hasCustomPrompt="1"/>
          </p:nvPr>
        </p:nvSpPr>
        <p:spPr>
          <a:xfrm>
            <a:off x="418860" y="4348210"/>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$21K</a:t>
            </a:r>
          </a:p>
        </p:txBody>
      </p:sp>
      <p:sp>
        <p:nvSpPr>
          <p:cNvPr id="42" name="Text Placeholder 35">
            <a:extLst>
              <a:ext uri="{FF2B5EF4-FFF2-40B4-BE49-F238E27FC236}">
                <a16:creationId xmlns:a16="http://schemas.microsoft.com/office/drawing/2014/main" id="{D3948B05-738F-6A40-8DCB-A37B4B07BF29}"/>
              </a:ext>
            </a:extLst>
          </p:cNvPr>
          <p:cNvSpPr>
            <a:spLocks noGrp="1"/>
          </p:cNvSpPr>
          <p:nvPr>
            <p:ph type="body" sz="quarter" idx="16" hasCustomPrompt="1"/>
          </p:nvPr>
        </p:nvSpPr>
        <p:spPr>
          <a:xfrm>
            <a:off x="418860" y="5224190"/>
            <a:ext cx="1463040" cy="457200"/>
          </a:xfrm>
          <a:prstGeom prst="rect">
            <a:avLst/>
          </a:prstGeom>
        </p:spPr>
        <p:txBody>
          <a:bodyPr/>
          <a:lstStyle>
            <a:lvl1pPr marL="0" indent="0" algn="r">
              <a:buNone/>
              <a:defRPr sz="3200">
                <a:solidFill>
                  <a:srgbClr val="BBD9F2"/>
                </a:solidFill>
                <a:latin typeface="+mj-lt"/>
              </a:defRPr>
            </a:lvl1pPr>
            <a:lvl2pPr indent="0">
              <a:buNone/>
              <a:defRPr/>
            </a:lvl2pPr>
            <a:lvl3pPr indent="0">
              <a:buNone/>
              <a:defRPr/>
            </a:lvl3pPr>
            <a:lvl4pPr indent="0">
              <a:buNone/>
              <a:defRPr/>
            </a:lvl4pPr>
            <a:lvl5pPr indent="0">
              <a:buNone/>
              <a:defRPr/>
            </a:lvl5pPr>
          </a:lstStyle>
          <a:p>
            <a:pPr lvl="0"/>
            <a:r>
              <a:rPr lang="en-US"/>
              <a:t>23</a:t>
            </a:r>
          </a:p>
        </p:txBody>
      </p:sp>
      <p:pic>
        <p:nvPicPr>
          <p:cNvPr id="7" name="Picture 6">
            <a:extLst>
              <a:ext uri="{FF2B5EF4-FFF2-40B4-BE49-F238E27FC236}">
                <a16:creationId xmlns:a16="http://schemas.microsoft.com/office/drawing/2014/main" id="{D1A50BEF-32F6-EA4C-8CB3-7B03782DA04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8" name="Slide Number Placeholder 5">
            <a:extLst>
              <a:ext uri="{FF2B5EF4-FFF2-40B4-BE49-F238E27FC236}">
                <a16:creationId xmlns:a16="http://schemas.microsoft.com/office/drawing/2014/main" id="{BAA2320E-F8FE-7D4B-9E39-49AED006279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9" name="Straight Connector 8">
            <a:extLst>
              <a:ext uri="{FF2B5EF4-FFF2-40B4-BE49-F238E27FC236}">
                <a16:creationId xmlns:a16="http://schemas.microsoft.com/office/drawing/2014/main" id="{5B4AEB69-806A-3747-BC95-037BA008A676}"/>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pic>
        <p:nvPicPr>
          <p:cNvPr id="66" name="Picture 65" descr="A person standing in front of a mirror posing for the camera&#10;&#10;Description automatically generated">
            <a:extLst>
              <a:ext uri="{FF2B5EF4-FFF2-40B4-BE49-F238E27FC236}">
                <a16:creationId xmlns:a16="http://schemas.microsoft.com/office/drawing/2014/main" id="{2F95133B-4221-7346-A4CD-E030262C034D}"/>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8829275" y="3354282"/>
            <a:ext cx="3019095" cy="2865488"/>
          </a:xfrm>
          <a:prstGeom prst="rect">
            <a:avLst/>
          </a:prstGeom>
        </p:spPr>
      </p:pic>
      <p:pic>
        <p:nvPicPr>
          <p:cNvPr id="75" name="Picture 74" descr="A picture containing outdoor, person, mammal, little&#10;&#10;Description automatically generated">
            <a:extLst>
              <a:ext uri="{FF2B5EF4-FFF2-40B4-BE49-F238E27FC236}">
                <a16:creationId xmlns:a16="http://schemas.microsoft.com/office/drawing/2014/main" id="{F8F9D016-9931-8C49-BC17-4472B84C23EA}"/>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5636732" y="3354282"/>
            <a:ext cx="3019094" cy="2888282"/>
          </a:xfrm>
          <a:prstGeom prst="rect">
            <a:avLst/>
          </a:prstGeom>
        </p:spPr>
      </p:pic>
      <p:pic>
        <p:nvPicPr>
          <p:cNvPr id="76" name="Picture 75" descr="A person petting a brown horse&#10;&#10;Description automatically generated">
            <a:extLst>
              <a:ext uri="{FF2B5EF4-FFF2-40B4-BE49-F238E27FC236}">
                <a16:creationId xmlns:a16="http://schemas.microsoft.com/office/drawing/2014/main" id="{B4043280-A881-6C41-9DC6-1708DACB8165}"/>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t="-583"/>
          <a:stretch/>
        </p:blipFill>
        <p:spPr>
          <a:xfrm>
            <a:off x="8829275" y="360364"/>
            <a:ext cx="3019095" cy="2865489"/>
          </a:xfrm>
          <a:prstGeom prst="rect">
            <a:avLst/>
          </a:prstGeom>
        </p:spPr>
      </p:pic>
      <p:pic>
        <p:nvPicPr>
          <p:cNvPr id="77" name="Picture 76" descr="A picture containing cat, indoor, person, sitting&#10;&#10;Description automatically generated">
            <a:extLst>
              <a:ext uri="{FF2B5EF4-FFF2-40B4-BE49-F238E27FC236}">
                <a16:creationId xmlns:a16="http://schemas.microsoft.com/office/drawing/2014/main" id="{DE83D143-BBF4-8D47-824D-4A6884A3A276}"/>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5636731" y="364513"/>
            <a:ext cx="3019095" cy="2869531"/>
          </a:xfrm>
          <a:prstGeom prst="rect">
            <a:avLst/>
          </a:prstGeom>
        </p:spPr>
      </p:pic>
      <p:grpSp>
        <p:nvGrpSpPr>
          <p:cNvPr id="98" name="Group 97">
            <a:extLst>
              <a:ext uri="{FF2B5EF4-FFF2-40B4-BE49-F238E27FC236}">
                <a16:creationId xmlns:a16="http://schemas.microsoft.com/office/drawing/2014/main" id="{CAF527BF-3878-5A48-9979-001E9D7C492D}"/>
              </a:ext>
            </a:extLst>
          </p:cNvPr>
          <p:cNvGrpSpPr/>
          <p:nvPr userDrawn="1"/>
        </p:nvGrpSpPr>
        <p:grpSpPr>
          <a:xfrm>
            <a:off x="613917" y="1551561"/>
            <a:ext cx="4047730" cy="4340280"/>
            <a:chOff x="613916" y="1551561"/>
            <a:chExt cx="3751050" cy="4340280"/>
          </a:xfrm>
        </p:grpSpPr>
        <p:cxnSp>
          <p:nvCxnSpPr>
            <p:cNvPr id="99" name="Straight Connector 98">
              <a:extLst>
                <a:ext uri="{FF2B5EF4-FFF2-40B4-BE49-F238E27FC236}">
                  <a16:creationId xmlns:a16="http://schemas.microsoft.com/office/drawing/2014/main" id="{7499502A-39D0-4F4B-A005-2E765A3CDD69}"/>
                </a:ext>
              </a:extLst>
            </p:cNvPr>
            <p:cNvCxnSpPr/>
            <p:nvPr/>
          </p:nvCxnSpPr>
          <p:spPr>
            <a:xfrm>
              <a:off x="613916" y="1551561"/>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08E39A5-33EE-AE4F-866D-EA289C3B00EB}"/>
                </a:ext>
              </a:extLst>
            </p:cNvPr>
            <p:cNvCxnSpPr/>
            <p:nvPr/>
          </p:nvCxnSpPr>
          <p:spPr>
            <a:xfrm>
              <a:off x="613916" y="2421147"/>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E79AF273-3846-224A-AEB2-84A463A29AD5}"/>
                </a:ext>
              </a:extLst>
            </p:cNvPr>
            <p:cNvCxnSpPr/>
            <p:nvPr/>
          </p:nvCxnSpPr>
          <p:spPr>
            <a:xfrm>
              <a:off x="613916" y="3288102"/>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4ACAC431-6503-834F-9A4A-D19DA2C07E1C}"/>
                </a:ext>
              </a:extLst>
            </p:cNvPr>
            <p:cNvCxnSpPr/>
            <p:nvPr/>
          </p:nvCxnSpPr>
          <p:spPr>
            <a:xfrm>
              <a:off x="613916" y="4156494"/>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EE908791-C102-9C4F-B93C-FC0380E28BA2}"/>
                </a:ext>
              </a:extLst>
            </p:cNvPr>
            <p:cNvCxnSpPr/>
            <p:nvPr/>
          </p:nvCxnSpPr>
          <p:spPr>
            <a:xfrm>
              <a:off x="613916" y="5023449"/>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9A23D1B-39B5-CB46-8174-BF32087EC80E}"/>
                </a:ext>
              </a:extLst>
            </p:cNvPr>
            <p:cNvCxnSpPr/>
            <p:nvPr/>
          </p:nvCxnSpPr>
          <p:spPr>
            <a:xfrm>
              <a:off x="613916" y="5891841"/>
              <a:ext cx="37510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676205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ight_Bullet Points_Photo_Grid_1">
    <p:spTree>
      <p:nvGrpSpPr>
        <p:cNvPr id="1" name=""/>
        <p:cNvGrpSpPr/>
        <p:nvPr/>
      </p:nvGrpSpPr>
      <p:grpSpPr>
        <a:xfrm>
          <a:off x="0" y="0"/>
          <a:ext cx="0" cy="0"/>
          <a:chOff x="0" y="0"/>
          <a:chExt cx="0" cy="0"/>
        </a:xfrm>
      </p:grpSpPr>
      <p:pic>
        <p:nvPicPr>
          <p:cNvPr id="50" name="Picture 49" descr="A person posing for the camera&#10;&#10;Description automatically generated">
            <a:extLst>
              <a:ext uri="{FF2B5EF4-FFF2-40B4-BE49-F238E27FC236}">
                <a16:creationId xmlns:a16="http://schemas.microsoft.com/office/drawing/2014/main" id="{2FDF7B3B-9AC8-6241-AB76-52A8E86D201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8375442" y="3404906"/>
            <a:ext cx="3071034" cy="2925101"/>
          </a:xfrm>
          <a:prstGeom prst="rect">
            <a:avLst/>
          </a:prstGeom>
        </p:spPr>
      </p:pic>
      <p:pic>
        <p:nvPicPr>
          <p:cNvPr id="49" name="Picture 48" descr="A person riding a skateboard down a sidewalk next to a dog&#10;&#10;Description automatically generated">
            <a:extLst>
              <a:ext uri="{FF2B5EF4-FFF2-40B4-BE49-F238E27FC236}">
                <a16:creationId xmlns:a16="http://schemas.microsoft.com/office/drawing/2014/main" id="{56C455D9-925E-F946-AF3A-9BAD570A96B8}"/>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b="-209"/>
          <a:stretch/>
        </p:blipFill>
        <p:spPr>
          <a:xfrm>
            <a:off x="5112707" y="3409543"/>
            <a:ext cx="3082963" cy="2937185"/>
          </a:xfrm>
          <a:prstGeom prst="rect">
            <a:avLst/>
          </a:prstGeom>
        </p:spPr>
      </p:pic>
      <p:pic>
        <p:nvPicPr>
          <p:cNvPr id="31" name="Picture 30" descr="A hand holding a small dog looking at the camera&#10;&#10;Description automatically generated">
            <a:extLst>
              <a:ext uri="{FF2B5EF4-FFF2-40B4-BE49-F238E27FC236}">
                <a16:creationId xmlns:a16="http://schemas.microsoft.com/office/drawing/2014/main" id="{003367C8-0F13-0E4B-A56C-B19154A43410}"/>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t="-350"/>
          <a:stretch/>
        </p:blipFill>
        <p:spPr>
          <a:xfrm>
            <a:off x="8375443" y="307395"/>
            <a:ext cx="3071033" cy="2907332"/>
          </a:xfrm>
          <a:prstGeom prst="rect">
            <a:avLst/>
          </a:prstGeom>
        </p:spPr>
      </p:pic>
      <p:pic>
        <p:nvPicPr>
          <p:cNvPr id="43" name="Picture 42" descr="A person sitting next to a cat&#10;&#10;Description automatically generated">
            <a:extLst>
              <a:ext uri="{FF2B5EF4-FFF2-40B4-BE49-F238E27FC236}">
                <a16:creationId xmlns:a16="http://schemas.microsoft.com/office/drawing/2014/main" id="{72B0FAB5-5B33-BA49-954A-52859AEB9852}"/>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5112708" y="307395"/>
            <a:ext cx="3071034" cy="2935693"/>
          </a:xfrm>
          <a:prstGeom prst="rect">
            <a:avLst/>
          </a:prstGeom>
        </p:spPr>
      </p:pic>
      <p:sp>
        <p:nvSpPr>
          <p:cNvPr id="32" name="Rectangle 31">
            <a:extLst>
              <a:ext uri="{FF2B5EF4-FFF2-40B4-BE49-F238E27FC236}">
                <a16:creationId xmlns:a16="http://schemas.microsoft.com/office/drawing/2014/main" id="{CDA4CA71-FEF6-9B47-8473-CFD37B06EB99}"/>
              </a:ext>
            </a:extLst>
          </p:cNvPr>
          <p:cNvSpPr/>
          <p:nvPr userDrawn="1"/>
        </p:nvSpPr>
        <p:spPr>
          <a:xfrm>
            <a:off x="0" y="0"/>
            <a:ext cx="4444832" cy="6858000"/>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27584C3B-6281-5D48-B629-2351C2C58C2B}"/>
              </a:ext>
            </a:extLst>
          </p:cNvPr>
          <p:cNvSpPr>
            <a:spLocks noGrp="1"/>
          </p:cNvSpPr>
          <p:nvPr>
            <p:ph type="body" sz="quarter" idx="10" hasCustomPrompt="1"/>
          </p:nvPr>
        </p:nvSpPr>
        <p:spPr>
          <a:xfrm>
            <a:off x="500686" y="440631"/>
            <a:ext cx="3385514" cy="440230"/>
          </a:xfrm>
          <a:prstGeom prst="rect">
            <a:avLst/>
          </a:prstGeom>
        </p:spPr>
        <p:txBody>
          <a:bodyPr/>
          <a:lstStyle>
            <a:lvl1pPr marL="0" indent="0">
              <a:buNone/>
              <a:defRPr sz="3200">
                <a:solidFill>
                  <a:schemeClr val="bg1"/>
                </a:solidFill>
                <a:latin typeface="+mj-lt"/>
              </a:defRPr>
            </a:lvl1pPr>
            <a:lvl2pPr indent="0">
              <a:buNone/>
              <a:defRPr/>
            </a:lvl2pPr>
            <a:lvl3pPr indent="0">
              <a:buNone/>
              <a:defRPr/>
            </a:lvl3pPr>
            <a:lvl4pPr indent="0">
              <a:buNone/>
              <a:defRPr/>
            </a:lvl4pPr>
            <a:lvl5pPr indent="0">
              <a:buNone/>
              <a:defRPr/>
            </a:lvl5pPr>
          </a:lstStyle>
          <a:p>
            <a:pPr lvl="0"/>
            <a:r>
              <a:rPr lang="en-US"/>
              <a:t>Headline Here</a:t>
            </a:r>
          </a:p>
        </p:txBody>
      </p:sp>
      <p:sp>
        <p:nvSpPr>
          <p:cNvPr id="5" name="Text Placeholder 4">
            <a:extLst>
              <a:ext uri="{FF2B5EF4-FFF2-40B4-BE49-F238E27FC236}">
                <a16:creationId xmlns:a16="http://schemas.microsoft.com/office/drawing/2014/main" id="{186B7B53-E78E-E949-8F83-5CA9CBC40AC5}"/>
              </a:ext>
            </a:extLst>
          </p:cNvPr>
          <p:cNvSpPr>
            <a:spLocks noGrp="1"/>
          </p:cNvSpPr>
          <p:nvPr>
            <p:ph type="body" sz="quarter" idx="11" hasCustomPrompt="1"/>
          </p:nvPr>
        </p:nvSpPr>
        <p:spPr>
          <a:xfrm>
            <a:off x="506777" y="937019"/>
            <a:ext cx="3379423" cy="332036"/>
          </a:xfrm>
          <a:prstGeom prst="rect">
            <a:avLst/>
          </a:prstGeom>
        </p:spPr>
        <p:txBody>
          <a:bodyPr/>
          <a:lstStyle>
            <a:lvl1pPr marL="0" indent="0">
              <a:buNone/>
              <a:defRPr sz="1800">
                <a:solidFill>
                  <a:schemeClr val="bg1"/>
                </a:solidFill>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r>
              <a:rPr lang="en-US"/>
              <a:t>Little Subhead</a:t>
            </a:r>
          </a:p>
        </p:txBody>
      </p:sp>
      <p:sp>
        <p:nvSpPr>
          <p:cNvPr id="51" name="Text Placeholder 4">
            <a:extLst>
              <a:ext uri="{FF2B5EF4-FFF2-40B4-BE49-F238E27FC236}">
                <a16:creationId xmlns:a16="http://schemas.microsoft.com/office/drawing/2014/main" id="{BFE7218C-709D-7942-A3EE-426F8C1BDF08}"/>
              </a:ext>
            </a:extLst>
          </p:cNvPr>
          <p:cNvSpPr>
            <a:spLocks noGrp="1"/>
          </p:cNvSpPr>
          <p:nvPr>
            <p:ph type="body" sz="quarter" idx="12" hasCustomPrompt="1"/>
          </p:nvPr>
        </p:nvSpPr>
        <p:spPr>
          <a:xfrm>
            <a:off x="508850" y="1570551"/>
            <a:ext cx="3379423" cy="332036"/>
          </a:xfrm>
          <a:prstGeom prst="rect">
            <a:avLst/>
          </a:prstGeom>
        </p:spPr>
        <p:txBody>
          <a:bodyPr/>
          <a:lstStyle>
            <a:lvl1pPr marL="274320" indent="-274320">
              <a:buFont typeface="Arial" panose="020B0604020202020204" pitchFamily="34" charset="0"/>
              <a:buChar char="•"/>
              <a:defRPr sz="20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r>
              <a:rPr lang="en-US"/>
              <a:t>Bullet Point</a:t>
            </a:r>
          </a:p>
        </p:txBody>
      </p:sp>
      <p:sp>
        <p:nvSpPr>
          <p:cNvPr id="52" name="Text Placeholder 4">
            <a:extLst>
              <a:ext uri="{FF2B5EF4-FFF2-40B4-BE49-F238E27FC236}">
                <a16:creationId xmlns:a16="http://schemas.microsoft.com/office/drawing/2014/main" id="{26D09DF8-52DD-5A40-BF27-58B3BA092EDC}"/>
              </a:ext>
            </a:extLst>
          </p:cNvPr>
          <p:cNvSpPr>
            <a:spLocks noGrp="1"/>
          </p:cNvSpPr>
          <p:nvPr>
            <p:ph type="body" sz="quarter" idx="13" hasCustomPrompt="1"/>
          </p:nvPr>
        </p:nvSpPr>
        <p:spPr>
          <a:xfrm>
            <a:off x="508850" y="2181512"/>
            <a:ext cx="3379423" cy="332036"/>
          </a:xfrm>
          <a:prstGeom prst="rect">
            <a:avLst/>
          </a:prstGeom>
        </p:spPr>
        <p:txBody>
          <a:bodyPr/>
          <a:lstStyle>
            <a:lvl1pPr marL="274320" indent="-274320">
              <a:buFont typeface="Arial" panose="020B0604020202020204" pitchFamily="34" charset="0"/>
              <a:buChar char="•"/>
              <a:defRPr sz="20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r>
              <a:rPr lang="en-US"/>
              <a:t>Bullet Point</a:t>
            </a:r>
          </a:p>
        </p:txBody>
      </p:sp>
      <p:sp>
        <p:nvSpPr>
          <p:cNvPr id="53" name="Text Placeholder 4">
            <a:extLst>
              <a:ext uri="{FF2B5EF4-FFF2-40B4-BE49-F238E27FC236}">
                <a16:creationId xmlns:a16="http://schemas.microsoft.com/office/drawing/2014/main" id="{F173D4F8-DC2B-3044-A2BF-A5096BBA6008}"/>
              </a:ext>
            </a:extLst>
          </p:cNvPr>
          <p:cNvSpPr>
            <a:spLocks noGrp="1"/>
          </p:cNvSpPr>
          <p:nvPr>
            <p:ph type="body" sz="quarter" idx="14" hasCustomPrompt="1"/>
          </p:nvPr>
        </p:nvSpPr>
        <p:spPr>
          <a:xfrm>
            <a:off x="508850" y="2792473"/>
            <a:ext cx="3379423" cy="332036"/>
          </a:xfrm>
          <a:prstGeom prst="rect">
            <a:avLst/>
          </a:prstGeom>
        </p:spPr>
        <p:txBody>
          <a:bodyPr/>
          <a:lstStyle>
            <a:lvl1pPr marL="274320" indent="-274320">
              <a:buFont typeface="Arial" panose="020B0604020202020204" pitchFamily="34" charset="0"/>
              <a:buChar char="•"/>
              <a:defRPr sz="20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r>
              <a:rPr lang="en-US"/>
              <a:t>Bullet Point</a:t>
            </a:r>
          </a:p>
        </p:txBody>
      </p:sp>
      <p:sp>
        <p:nvSpPr>
          <p:cNvPr id="54" name="Text Placeholder 4">
            <a:extLst>
              <a:ext uri="{FF2B5EF4-FFF2-40B4-BE49-F238E27FC236}">
                <a16:creationId xmlns:a16="http://schemas.microsoft.com/office/drawing/2014/main" id="{D419BBC3-6365-2744-A6A9-1888F21F8EAF}"/>
              </a:ext>
            </a:extLst>
          </p:cNvPr>
          <p:cNvSpPr>
            <a:spLocks noGrp="1"/>
          </p:cNvSpPr>
          <p:nvPr>
            <p:ph type="body" sz="quarter" idx="15" hasCustomPrompt="1"/>
          </p:nvPr>
        </p:nvSpPr>
        <p:spPr>
          <a:xfrm>
            <a:off x="508850" y="3403434"/>
            <a:ext cx="3379423" cy="332036"/>
          </a:xfrm>
          <a:prstGeom prst="rect">
            <a:avLst/>
          </a:prstGeom>
        </p:spPr>
        <p:txBody>
          <a:bodyPr/>
          <a:lstStyle>
            <a:lvl1pPr marL="274320" indent="-274320">
              <a:buFont typeface="Arial" panose="020B0604020202020204" pitchFamily="34" charset="0"/>
              <a:buChar char="•"/>
              <a:defRPr sz="20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r>
              <a:rPr lang="en-US"/>
              <a:t>Bullet Point</a:t>
            </a:r>
          </a:p>
        </p:txBody>
      </p:sp>
      <p:sp>
        <p:nvSpPr>
          <p:cNvPr id="55" name="Text Placeholder 4">
            <a:extLst>
              <a:ext uri="{FF2B5EF4-FFF2-40B4-BE49-F238E27FC236}">
                <a16:creationId xmlns:a16="http://schemas.microsoft.com/office/drawing/2014/main" id="{2F38FBDE-7E25-EC4C-B69E-A54BA9EACC0B}"/>
              </a:ext>
            </a:extLst>
          </p:cNvPr>
          <p:cNvSpPr>
            <a:spLocks noGrp="1"/>
          </p:cNvSpPr>
          <p:nvPr>
            <p:ph type="body" sz="quarter" idx="16" hasCustomPrompt="1"/>
          </p:nvPr>
        </p:nvSpPr>
        <p:spPr>
          <a:xfrm>
            <a:off x="508850" y="4014395"/>
            <a:ext cx="3379423" cy="332036"/>
          </a:xfrm>
          <a:prstGeom prst="rect">
            <a:avLst/>
          </a:prstGeom>
        </p:spPr>
        <p:txBody>
          <a:bodyPr/>
          <a:lstStyle>
            <a:lvl1pPr marL="274320" indent="-274320">
              <a:buFont typeface="Arial" panose="020B0604020202020204" pitchFamily="34" charset="0"/>
              <a:buChar char="•"/>
              <a:defRPr sz="20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r>
              <a:rPr lang="en-US"/>
              <a:t>Bullet Point</a:t>
            </a:r>
          </a:p>
        </p:txBody>
      </p:sp>
      <p:sp>
        <p:nvSpPr>
          <p:cNvPr id="56" name="Text Placeholder 4">
            <a:extLst>
              <a:ext uri="{FF2B5EF4-FFF2-40B4-BE49-F238E27FC236}">
                <a16:creationId xmlns:a16="http://schemas.microsoft.com/office/drawing/2014/main" id="{4AA0827E-A4EF-CF40-BAF0-BD217636330F}"/>
              </a:ext>
            </a:extLst>
          </p:cNvPr>
          <p:cNvSpPr>
            <a:spLocks noGrp="1"/>
          </p:cNvSpPr>
          <p:nvPr>
            <p:ph type="body" sz="quarter" idx="17" hasCustomPrompt="1"/>
          </p:nvPr>
        </p:nvSpPr>
        <p:spPr>
          <a:xfrm>
            <a:off x="508850" y="4625356"/>
            <a:ext cx="3379423" cy="332036"/>
          </a:xfrm>
          <a:prstGeom prst="rect">
            <a:avLst/>
          </a:prstGeom>
        </p:spPr>
        <p:txBody>
          <a:bodyPr/>
          <a:lstStyle>
            <a:lvl1pPr marL="274320" indent="-274320">
              <a:buFont typeface="Arial" panose="020B0604020202020204" pitchFamily="34" charset="0"/>
              <a:buChar char="•"/>
              <a:defRPr sz="20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r>
              <a:rPr lang="en-US"/>
              <a:t>Bullet Point</a:t>
            </a:r>
          </a:p>
        </p:txBody>
      </p:sp>
      <p:sp>
        <p:nvSpPr>
          <p:cNvPr id="57" name="Text Placeholder 4">
            <a:extLst>
              <a:ext uri="{FF2B5EF4-FFF2-40B4-BE49-F238E27FC236}">
                <a16:creationId xmlns:a16="http://schemas.microsoft.com/office/drawing/2014/main" id="{D2C0CDFD-A2DA-1C41-B616-A794A10AB491}"/>
              </a:ext>
            </a:extLst>
          </p:cNvPr>
          <p:cNvSpPr>
            <a:spLocks noGrp="1"/>
          </p:cNvSpPr>
          <p:nvPr>
            <p:ph type="body" sz="quarter" idx="18" hasCustomPrompt="1"/>
          </p:nvPr>
        </p:nvSpPr>
        <p:spPr>
          <a:xfrm>
            <a:off x="508850" y="5236315"/>
            <a:ext cx="3379423" cy="332036"/>
          </a:xfrm>
          <a:prstGeom prst="rect">
            <a:avLst/>
          </a:prstGeom>
        </p:spPr>
        <p:txBody>
          <a:bodyPr/>
          <a:lstStyle>
            <a:lvl1pPr marL="274320" indent="-274320">
              <a:buFont typeface="Arial" panose="020B0604020202020204" pitchFamily="34" charset="0"/>
              <a:buChar char="•"/>
              <a:defRPr sz="2000" b="0" i="0">
                <a:solidFill>
                  <a:schemeClr val="bg1"/>
                </a:solidFill>
                <a:latin typeface="Roboto Medium" panose="02000000000000000000" pitchFamily="2" charset="0"/>
                <a:ea typeface="Roboto Medium" panose="02000000000000000000" pitchFamily="2" charset="0"/>
                <a:cs typeface="Roboto Medium" panose="02000000000000000000" pitchFamily="2" charset="0"/>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r>
              <a:rPr lang="en-US"/>
              <a:t>Bullet Point</a:t>
            </a:r>
          </a:p>
        </p:txBody>
      </p:sp>
      <p:pic>
        <p:nvPicPr>
          <p:cNvPr id="7" name="Picture 6">
            <a:extLst>
              <a:ext uri="{FF2B5EF4-FFF2-40B4-BE49-F238E27FC236}">
                <a16:creationId xmlns:a16="http://schemas.microsoft.com/office/drawing/2014/main" id="{D1A50BEF-32F6-EA4C-8CB3-7B03782DA048}"/>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8" name="Slide Number Placeholder 5">
            <a:extLst>
              <a:ext uri="{FF2B5EF4-FFF2-40B4-BE49-F238E27FC236}">
                <a16:creationId xmlns:a16="http://schemas.microsoft.com/office/drawing/2014/main" id="{BAA2320E-F8FE-7D4B-9E39-49AED006279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9" name="Straight Connector 8">
            <a:extLst>
              <a:ext uri="{FF2B5EF4-FFF2-40B4-BE49-F238E27FC236}">
                <a16:creationId xmlns:a16="http://schemas.microsoft.com/office/drawing/2014/main" id="{5B4AEB69-806A-3747-BC95-037BA008A676}"/>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55386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ght_Bullet Points_Photo_Grid_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AC51D76-0674-4742-8F64-FCBC9860147A}"/>
              </a:ext>
            </a:extLst>
          </p:cNvPr>
          <p:cNvSpPr/>
          <p:nvPr userDrawn="1"/>
        </p:nvSpPr>
        <p:spPr>
          <a:xfrm>
            <a:off x="0" y="0"/>
            <a:ext cx="3966437" cy="6858000"/>
          </a:xfrm>
          <a:prstGeom prst="rect">
            <a:avLst/>
          </a:prstGeom>
          <a:solidFill>
            <a:srgbClr val="BBD9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9ED6FF"/>
              </a:solidFill>
            </a:endParaRPr>
          </a:p>
        </p:txBody>
      </p:sp>
      <p:sp>
        <p:nvSpPr>
          <p:cNvPr id="4" name="Text Placeholder 3">
            <a:extLst>
              <a:ext uri="{FF2B5EF4-FFF2-40B4-BE49-F238E27FC236}">
                <a16:creationId xmlns:a16="http://schemas.microsoft.com/office/drawing/2014/main" id="{8B3DB231-B9B6-0845-8034-A4E2F01E084F}"/>
              </a:ext>
            </a:extLst>
          </p:cNvPr>
          <p:cNvSpPr>
            <a:spLocks noGrp="1"/>
          </p:cNvSpPr>
          <p:nvPr>
            <p:ph type="body" sz="quarter" idx="12" hasCustomPrompt="1"/>
          </p:nvPr>
        </p:nvSpPr>
        <p:spPr>
          <a:xfrm>
            <a:off x="517886" y="1491260"/>
            <a:ext cx="2977895" cy="4587875"/>
          </a:xfrm>
          <a:prstGeom prst="rect">
            <a:avLst/>
          </a:prstGeom>
        </p:spPr>
        <p:txBody>
          <a:bodyPr/>
          <a:lstStyle>
            <a:lvl1pPr marL="137160" marR="0" indent="-137160" algn="l" defTabSz="914400" rtl="0" eaLnBrk="1" fontAlgn="auto" latinLnBrk="0" hangingPunct="1">
              <a:lnSpc>
                <a:spcPct val="100000"/>
              </a:lnSpc>
              <a:spcBef>
                <a:spcPts val="0"/>
              </a:spcBef>
              <a:spcAft>
                <a:spcPts val="1400"/>
              </a:spcAft>
              <a:buClrTx/>
              <a:buSzTx/>
              <a:buFont typeface="Arial" panose="020B0604020202020204" pitchFamily="34" charset="0"/>
              <a:buChar char="•"/>
              <a:tabLst/>
              <a:defRPr sz="1200">
                <a:solidFill>
                  <a:schemeClr val="accent6"/>
                </a:solidFill>
              </a:defRPr>
            </a:lvl1pPr>
            <a:lvl2pPr>
              <a:defRPr sz="1200">
                <a:solidFill>
                  <a:schemeClr val="accent6"/>
                </a:solidFill>
              </a:defRPr>
            </a:lvl2pPr>
            <a:lvl3pPr>
              <a:defRPr sz="1200">
                <a:solidFill>
                  <a:schemeClr val="accent6"/>
                </a:solidFill>
              </a:defRPr>
            </a:lvl3pPr>
            <a:lvl4pPr>
              <a:defRPr sz="1200">
                <a:solidFill>
                  <a:schemeClr val="accent6"/>
                </a:solidFill>
              </a:defRPr>
            </a:lvl4pPr>
            <a:lvl5pPr>
              <a:defRPr sz="1200">
                <a:solidFill>
                  <a:schemeClr val="accent6"/>
                </a:solidFill>
              </a:defRPr>
            </a:lvl5pPr>
          </a:lstStyle>
          <a:p>
            <a:pPr lvl="0"/>
            <a:r>
              <a:rPr lang="en-US"/>
              <a:t>Here’s some placeholder text. Delete this text and add your own text. Here’s some placeholder text.</a:t>
            </a:r>
          </a:p>
          <a:p>
            <a:pPr lvl="0"/>
            <a:r>
              <a:rPr lang="en-US"/>
              <a:t>Here’s some placeholder text. Delete this text and add your own text. Here’s some placeholder text.</a:t>
            </a:r>
          </a:p>
          <a:p>
            <a:pPr lvl="0"/>
            <a:r>
              <a:rPr lang="en-US"/>
              <a:t>Here’s some placeholder text. Delete this text and add your own text. Here’s some placeholder text.</a:t>
            </a:r>
          </a:p>
          <a:p>
            <a:pPr lvl="0"/>
            <a:r>
              <a:rPr lang="en-US"/>
              <a:t>Here’s some placeholder text. Delete this text and add your own text. Here’s some placeholder text.</a:t>
            </a:r>
          </a:p>
          <a:p>
            <a:pPr marL="137160" marR="0" lvl="0" indent="-137160" algn="l" defTabSz="914400" rtl="0" eaLnBrk="1" fontAlgn="auto" latinLnBrk="0" hangingPunct="1">
              <a:lnSpc>
                <a:spcPct val="100000"/>
              </a:lnSpc>
              <a:spcBef>
                <a:spcPts val="0"/>
              </a:spcBef>
              <a:spcAft>
                <a:spcPts val="1400"/>
              </a:spcAft>
              <a:buClrTx/>
              <a:buSzTx/>
              <a:buFont typeface="Arial" panose="020B0604020202020204" pitchFamily="34" charset="0"/>
              <a:buChar char="•"/>
              <a:tabLst/>
              <a:defRPr/>
            </a:pPr>
            <a:r>
              <a:rPr lang="en-US"/>
              <a:t>Here’s some placeholder text. Delete this text and add your own text. Here’s some placeholder text.</a:t>
            </a:r>
          </a:p>
          <a:p>
            <a:pPr marL="137160" marR="0" lvl="0" indent="-137160" algn="l" defTabSz="914400" rtl="0" eaLnBrk="1" fontAlgn="auto" latinLnBrk="0" hangingPunct="1">
              <a:lnSpc>
                <a:spcPct val="100000"/>
              </a:lnSpc>
              <a:spcBef>
                <a:spcPts val="0"/>
              </a:spcBef>
              <a:spcAft>
                <a:spcPts val="1400"/>
              </a:spcAft>
              <a:buClrTx/>
              <a:buSzTx/>
              <a:buFont typeface="Arial" panose="020B0604020202020204" pitchFamily="34" charset="0"/>
              <a:buChar char="•"/>
              <a:tabLst/>
              <a:defRPr/>
            </a:pPr>
            <a:r>
              <a:rPr lang="en-US"/>
              <a:t>Here’s some placeholder text. Delete this text and add your own text. Here’s some placeholder text.</a:t>
            </a:r>
          </a:p>
          <a:p>
            <a:pPr lvl="0"/>
            <a:endParaRPr lang="en-US"/>
          </a:p>
        </p:txBody>
      </p:sp>
      <p:sp>
        <p:nvSpPr>
          <p:cNvPr id="34" name="Text Placeholder 2">
            <a:extLst>
              <a:ext uri="{FF2B5EF4-FFF2-40B4-BE49-F238E27FC236}">
                <a16:creationId xmlns:a16="http://schemas.microsoft.com/office/drawing/2014/main" id="{098D5ED5-912C-D046-A756-6E92E807A852}"/>
              </a:ext>
            </a:extLst>
          </p:cNvPr>
          <p:cNvSpPr>
            <a:spLocks noGrp="1"/>
          </p:cNvSpPr>
          <p:nvPr>
            <p:ph type="body" sz="quarter" idx="10" hasCustomPrompt="1"/>
          </p:nvPr>
        </p:nvSpPr>
        <p:spPr>
          <a:xfrm>
            <a:off x="500686" y="440631"/>
            <a:ext cx="3099764" cy="440230"/>
          </a:xfrm>
          <a:prstGeom prst="rect">
            <a:avLst/>
          </a:prstGeom>
        </p:spPr>
        <p:txBody>
          <a:bodyPr/>
          <a:lstStyle>
            <a:lvl1pPr marL="0" indent="0">
              <a:buNone/>
              <a:defRPr sz="3200">
                <a:solidFill>
                  <a:schemeClr val="tx1"/>
                </a:solidFill>
                <a:latin typeface="+mj-lt"/>
              </a:defRPr>
            </a:lvl1pPr>
            <a:lvl2pPr indent="0">
              <a:buNone/>
              <a:defRPr/>
            </a:lvl2pPr>
            <a:lvl3pPr indent="0">
              <a:buNone/>
              <a:defRPr/>
            </a:lvl3pPr>
            <a:lvl4pPr indent="0">
              <a:buNone/>
              <a:defRPr/>
            </a:lvl4pPr>
            <a:lvl5pPr indent="0">
              <a:buNone/>
              <a:defRPr/>
            </a:lvl5pPr>
          </a:lstStyle>
          <a:p>
            <a:pPr lvl="0"/>
            <a:r>
              <a:rPr lang="en-US"/>
              <a:t>Headline Here</a:t>
            </a:r>
          </a:p>
        </p:txBody>
      </p:sp>
      <p:sp>
        <p:nvSpPr>
          <p:cNvPr id="35" name="Text Placeholder 4">
            <a:extLst>
              <a:ext uri="{FF2B5EF4-FFF2-40B4-BE49-F238E27FC236}">
                <a16:creationId xmlns:a16="http://schemas.microsoft.com/office/drawing/2014/main" id="{477BCA13-2F08-F040-BECF-93422E7D9CB2}"/>
              </a:ext>
            </a:extLst>
          </p:cNvPr>
          <p:cNvSpPr>
            <a:spLocks noGrp="1"/>
          </p:cNvSpPr>
          <p:nvPr>
            <p:ph type="body" sz="quarter" idx="11" hasCustomPrompt="1"/>
          </p:nvPr>
        </p:nvSpPr>
        <p:spPr>
          <a:xfrm>
            <a:off x="506777" y="937019"/>
            <a:ext cx="3093673" cy="332036"/>
          </a:xfrm>
          <a:prstGeom prst="rect">
            <a:avLst/>
          </a:prstGeom>
        </p:spPr>
        <p:txBody>
          <a:bodyPr/>
          <a:lstStyle>
            <a:lvl1pPr marL="0" indent="0">
              <a:buNone/>
              <a:defRPr sz="1800">
                <a:solidFill>
                  <a:schemeClr val="accent6"/>
                </a:solidFill>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r>
              <a:rPr lang="en-US"/>
              <a:t>Little Subhead</a:t>
            </a:r>
          </a:p>
        </p:txBody>
      </p:sp>
      <p:pic>
        <p:nvPicPr>
          <p:cNvPr id="7" name="Picture 6">
            <a:extLst>
              <a:ext uri="{FF2B5EF4-FFF2-40B4-BE49-F238E27FC236}">
                <a16:creationId xmlns:a16="http://schemas.microsoft.com/office/drawing/2014/main" id="{D1A50BEF-32F6-EA4C-8CB3-7B03782DA04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8" name="Slide Number Placeholder 5">
            <a:extLst>
              <a:ext uri="{FF2B5EF4-FFF2-40B4-BE49-F238E27FC236}">
                <a16:creationId xmlns:a16="http://schemas.microsoft.com/office/drawing/2014/main" id="{BAA2320E-F8FE-7D4B-9E39-49AED006279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9" name="Straight Connector 8">
            <a:extLst>
              <a:ext uri="{FF2B5EF4-FFF2-40B4-BE49-F238E27FC236}">
                <a16:creationId xmlns:a16="http://schemas.microsoft.com/office/drawing/2014/main" id="{5B4AEB69-806A-3747-BC95-037BA008A676}"/>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pic>
        <p:nvPicPr>
          <p:cNvPr id="21" name="Picture 20" descr="A dog lying on a bed&#10;&#10;Description automatically generated">
            <a:extLst>
              <a:ext uri="{FF2B5EF4-FFF2-40B4-BE49-F238E27FC236}">
                <a16:creationId xmlns:a16="http://schemas.microsoft.com/office/drawing/2014/main" id="{D0A3F737-B97C-C841-AE30-3B39B38BC3EA}"/>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8"/>
          <a:stretch/>
        </p:blipFill>
        <p:spPr>
          <a:xfrm>
            <a:off x="4530033" y="785344"/>
            <a:ext cx="4197960" cy="5286421"/>
          </a:xfrm>
          <a:prstGeom prst="rect">
            <a:avLst/>
          </a:prstGeom>
        </p:spPr>
      </p:pic>
      <p:pic>
        <p:nvPicPr>
          <p:cNvPr id="22" name="Picture 21" descr="A grey and white cat sitting on a bench&#10;&#10;Description automatically generated">
            <a:extLst>
              <a:ext uri="{FF2B5EF4-FFF2-40B4-BE49-F238E27FC236}">
                <a16:creationId xmlns:a16="http://schemas.microsoft.com/office/drawing/2014/main" id="{65D4134E-D145-314F-88D4-1CBA69CF679E}"/>
              </a:ext>
            </a:extLst>
          </p:cNvPr>
          <p:cNvPicPr>
            <a:picLocks noChangeAspect="1"/>
          </p:cNvPicPr>
          <p:nvPr userDrawn="1"/>
        </p:nvPicPr>
        <p:blipFill rotWithShape="1">
          <a:blip r:embed="rId4">
            <a:extLst>
              <a:ext uri="{28A0092B-C50C-407E-A947-70E740481C1C}">
                <a14:useLocalDpi xmlns:a14="http://schemas.microsoft.com/office/drawing/2010/main"/>
              </a:ext>
            </a:extLst>
          </a:blip>
          <a:srcRect/>
          <a:stretch/>
        </p:blipFill>
        <p:spPr>
          <a:xfrm>
            <a:off x="8948957" y="785346"/>
            <a:ext cx="2644627" cy="2516050"/>
          </a:xfrm>
          <a:prstGeom prst="rect">
            <a:avLst/>
          </a:prstGeom>
        </p:spPr>
      </p:pic>
      <p:pic>
        <p:nvPicPr>
          <p:cNvPr id="23" name="Picture 22" descr="A dog sticking his head out of a car&#10;&#10;Description automatically generated">
            <a:extLst>
              <a:ext uri="{FF2B5EF4-FFF2-40B4-BE49-F238E27FC236}">
                <a16:creationId xmlns:a16="http://schemas.microsoft.com/office/drawing/2014/main" id="{6EE60F9F-E235-2642-A91C-C701F831D132}"/>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8948957" y="3509832"/>
            <a:ext cx="2644628" cy="2516050"/>
          </a:xfrm>
          <a:prstGeom prst="rect">
            <a:avLst/>
          </a:prstGeom>
        </p:spPr>
      </p:pic>
      <p:pic>
        <p:nvPicPr>
          <p:cNvPr id="28" name="Picture 27" descr="A dog standing next to a window&#10;&#10;Description automatically generated">
            <a:extLst>
              <a:ext uri="{FF2B5EF4-FFF2-40B4-BE49-F238E27FC236}">
                <a16:creationId xmlns:a16="http://schemas.microsoft.com/office/drawing/2014/main" id="{B77DDD48-CF04-AB4A-9B83-732088F0810B}"/>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8948945" y="3508194"/>
            <a:ext cx="2644629" cy="2517688"/>
          </a:xfrm>
          <a:prstGeom prst="rect">
            <a:avLst/>
          </a:prstGeom>
        </p:spPr>
      </p:pic>
      <p:pic>
        <p:nvPicPr>
          <p:cNvPr id="33" name="Picture 32" descr="A person sitting in a living room&#10;&#10;Description automatically generated">
            <a:extLst>
              <a:ext uri="{FF2B5EF4-FFF2-40B4-BE49-F238E27FC236}">
                <a16:creationId xmlns:a16="http://schemas.microsoft.com/office/drawing/2014/main" id="{FC7940F1-8D91-BE49-A07A-5901E9DB7DEE}"/>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8948934" y="785345"/>
            <a:ext cx="2644627" cy="2516051"/>
          </a:xfrm>
          <a:prstGeom prst="rect">
            <a:avLst/>
          </a:prstGeom>
        </p:spPr>
      </p:pic>
    </p:spTree>
    <p:extLst>
      <p:ext uri="{BB962C8B-B14F-4D97-AF65-F5344CB8AC3E}">
        <p14:creationId xmlns:p14="http://schemas.microsoft.com/office/powerpoint/2010/main" val="21406006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ight_Numbered_Headlines_Photo_Grid">
    <p:spTree>
      <p:nvGrpSpPr>
        <p:cNvPr id="1" name=""/>
        <p:cNvGrpSpPr/>
        <p:nvPr/>
      </p:nvGrpSpPr>
      <p:grpSpPr>
        <a:xfrm>
          <a:off x="0" y="0"/>
          <a:ext cx="0" cy="0"/>
          <a:chOff x="0" y="0"/>
          <a:chExt cx="0" cy="0"/>
        </a:xfrm>
      </p:grpSpPr>
      <p:sp>
        <p:nvSpPr>
          <p:cNvPr id="38" name="Oval 37">
            <a:extLst>
              <a:ext uri="{FF2B5EF4-FFF2-40B4-BE49-F238E27FC236}">
                <a16:creationId xmlns:a16="http://schemas.microsoft.com/office/drawing/2014/main" id="{DC07B338-5924-5941-89C9-1716717DDCCB}"/>
              </a:ext>
            </a:extLst>
          </p:cNvPr>
          <p:cNvSpPr/>
          <p:nvPr/>
        </p:nvSpPr>
        <p:spPr>
          <a:xfrm>
            <a:off x="6697819" y="5034350"/>
            <a:ext cx="338899" cy="338899"/>
          </a:xfrm>
          <a:prstGeom prst="ellipse">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3150557-7904-3F4C-A5BE-94C85154BDE2}"/>
              </a:ext>
            </a:extLst>
          </p:cNvPr>
          <p:cNvSpPr/>
          <p:nvPr/>
        </p:nvSpPr>
        <p:spPr>
          <a:xfrm>
            <a:off x="6697819" y="2369046"/>
            <a:ext cx="338899" cy="338899"/>
          </a:xfrm>
          <a:prstGeom prst="ellipse">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AADC0F7-E1A1-D544-97D8-D5E88251D16A}"/>
              </a:ext>
            </a:extLst>
          </p:cNvPr>
          <p:cNvSpPr/>
          <p:nvPr/>
        </p:nvSpPr>
        <p:spPr>
          <a:xfrm>
            <a:off x="6697819" y="3260403"/>
            <a:ext cx="338899" cy="338899"/>
          </a:xfrm>
          <a:prstGeom prst="ellipse">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BBB982A-A49B-B940-A650-03D17C417FE4}"/>
              </a:ext>
            </a:extLst>
          </p:cNvPr>
          <p:cNvSpPr/>
          <p:nvPr/>
        </p:nvSpPr>
        <p:spPr>
          <a:xfrm>
            <a:off x="6697819" y="4150228"/>
            <a:ext cx="338899" cy="338899"/>
          </a:xfrm>
          <a:prstGeom prst="ellipse">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 Placeholder 6">
            <a:extLst>
              <a:ext uri="{FF2B5EF4-FFF2-40B4-BE49-F238E27FC236}">
                <a16:creationId xmlns:a16="http://schemas.microsoft.com/office/drawing/2014/main" id="{7C8A0A2B-74C0-254E-8929-B6B72B2FC1EA}"/>
              </a:ext>
            </a:extLst>
          </p:cNvPr>
          <p:cNvSpPr>
            <a:spLocks noGrp="1"/>
          </p:cNvSpPr>
          <p:nvPr>
            <p:ph type="body" sz="quarter" idx="21" hasCustomPrompt="1"/>
          </p:nvPr>
        </p:nvSpPr>
        <p:spPr>
          <a:xfrm>
            <a:off x="6729091" y="5074904"/>
            <a:ext cx="274320" cy="274320"/>
          </a:xfrm>
          <a:prstGeom prst="rect">
            <a:avLst/>
          </a:prstGeom>
        </p:spPr>
        <p:txBody>
          <a:bodyPr anchor="ctr"/>
          <a:lstStyle>
            <a:lvl1pPr algn="ctr">
              <a:buNone/>
              <a:defRPr sz="1200">
                <a:solidFill>
                  <a:schemeClr val="bg1"/>
                </a:solidFill>
                <a:latin typeface="+mj-lt"/>
              </a:defRPr>
            </a:lvl1pPr>
            <a:lvl2pPr algn="ctr">
              <a:buNone/>
              <a:defRPr sz="1600">
                <a:latin typeface="+mj-lt"/>
              </a:defRPr>
            </a:lvl2pPr>
            <a:lvl3pPr algn="ctr">
              <a:buNone/>
              <a:defRPr sz="1600">
                <a:latin typeface="+mj-lt"/>
              </a:defRPr>
            </a:lvl3pPr>
            <a:lvl4pPr algn="ctr">
              <a:buNone/>
              <a:defRPr sz="1600">
                <a:latin typeface="+mj-lt"/>
              </a:defRPr>
            </a:lvl4pPr>
            <a:lvl5pPr algn="ctr">
              <a:buNone/>
              <a:defRPr sz="1600">
                <a:latin typeface="+mj-lt"/>
              </a:defRPr>
            </a:lvl5pPr>
          </a:lstStyle>
          <a:p>
            <a:pPr lvl="0"/>
            <a:r>
              <a:rPr lang="en-US"/>
              <a:t>4</a:t>
            </a:r>
          </a:p>
        </p:txBody>
      </p:sp>
      <p:sp>
        <p:nvSpPr>
          <p:cNvPr id="52" name="Text Placeholder 6">
            <a:extLst>
              <a:ext uri="{FF2B5EF4-FFF2-40B4-BE49-F238E27FC236}">
                <a16:creationId xmlns:a16="http://schemas.microsoft.com/office/drawing/2014/main" id="{66A1E35E-B364-0743-8A9C-9DFEE530AA88}"/>
              </a:ext>
            </a:extLst>
          </p:cNvPr>
          <p:cNvSpPr>
            <a:spLocks noGrp="1"/>
          </p:cNvSpPr>
          <p:nvPr>
            <p:ph type="body" sz="quarter" idx="18" hasCustomPrompt="1"/>
          </p:nvPr>
        </p:nvSpPr>
        <p:spPr>
          <a:xfrm>
            <a:off x="6729091" y="2413347"/>
            <a:ext cx="274320" cy="274320"/>
          </a:xfrm>
          <a:prstGeom prst="rect">
            <a:avLst/>
          </a:prstGeom>
        </p:spPr>
        <p:txBody>
          <a:bodyPr anchor="ctr"/>
          <a:lstStyle>
            <a:lvl1pPr algn="ctr">
              <a:buNone/>
              <a:defRPr sz="1200">
                <a:solidFill>
                  <a:schemeClr val="bg1"/>
                </a:solidFill>
                <a:latin typeface="+mj-lt"/>
              </a:defRPr>
            </a:lvl1pPr>
            <a:lvl2pPr algn="ctr">
              <a:buNone/>
              <a:defRPr sz="1600">
                <a:latin typeface="+mj-lt"/>
              </a:defRPr>
            </a:lvl2pPr>
            <a:lvl3pPr algn="ctr">
              <a:buNone/>
              <a:defRPr sz="1600">
                <a:latin typeface="+mj-lt"/>
              </a:defRPr>
            </a:lvl3pPr>
            <a:lvl4pPr algn="ctr">
              <a:buNone/>
              <a:defRPr sz="1600">
                <a:latin typeface="+mj-lt"/>
              </a:defRPr>
            </a:lvl4pPr>
            <a:lvl5pPr algn="ctr">
              <a:buNone/>
              <a:defRPr sz="1600">
                <a:latin typeface="+mj-lt"/>
              </a:defRPr>
            </a:lvl5pPr>
          </a:lstStyle>
          <a:p>
            <a:pPr lvl="0"/>
            <a:r>
              <a:rPr lang="en-US"/>
              <a:t>1</a:t>
            </a:r>
          </a:p>
        </p:txBody>
      </p:sp>
      <p:sp>
        <p:nvSpPr>
          <p:cNvPr id="53" name="Text Placeholder 6">
            <a:extLst>
              <a:ext uri="{FF2B5EF4-FFF2-40B4-BE49-F238E27FC236}">
                <a16:creationId xmlns:a16="http://schemas.microsoft.com/office/drawing/2014/main" id="{EC25760F-465F-2949-A3B1-58A32F892847}"/>
              </a:ext>
            </a:extLst>
          </p:cNvPr>
          <p:cNvSpPr>
            <a:spLocks noGrp="1"/>
          </p:cNvSpPr>
          <p:nvPr>
            <p:ph type="body" sz="quarter" idx="19" hasCustomPrompt="1"/>
          </p:nvPr>
        </p:nvSpPr>
        <p:spPr>
          <a:xfrm>
            <a:off x="6729091" y="3303254"/>
            <a:ext cx="274320" cy="274320"/>
          </a:xfrm>
          <a:prstGeom prst="rect">
            <a:avLst/>
          </a:prstGeom>
        </p:spPr>
        <p:txBody>
          <a:bodyPr anchor="ctr"/>
          <a:lstStyle>
            <a:lvl1pPr algn="ctr">
              <a:buNone/>
              <a:defRPr sz="1200">
                <a:solidFill>
                  <a:schemeClr val="bg1"/>
                </a:solidFill>
                <a:latin typeface="+mj-lt"/>
              </a:defRPr>
            </a:lvl1pPr>
            <a:lvl2pPr algn="ctr">
              <a:buNone/>
              <a:defRPr sz="1600">
                <a:latin typeface="+mj-lt"/>
              </a:defRPr>
            </a:lvl2pPr>
            <a:lvl3pPr algn="ctr">
              <a:buNone/>
              <a:defRPr sz="1600">
                <a:latin typeface="+mj-lt"/>
              </a:defRPr>
            </a:lvl3pPr>
            <a:lvl4pPr algn="ctr">
              <a:buNone/>
              <a:defRPr sz="1600">
                <a:latin typeface="+mj-lt"/>
              </a:defRPr>
            </a:lvl4pPr>
            <a:lvl5pPr algn="ctr">
              <a:buNone/>
              <a:defRPr sz="1600">
                <a:latin typeface="+mj-lt"/>
              </a:defRPr>
            </a:lvl5pPr>
          </a:lstStyle>
          <a:p>
            <a:pPr lvl="0"/>
            <a:r>
              <a:rPr lang="en-US"/>
              <a:t>2</a:t>
            </a:r>
          </a:p>
        </p:txBody>
      </p:sp>
      <p:sp>
        <p:nvSpPr>
          <p:cNvPr id="54" name="Text Placeholder 6">
            <a:extLst>
              <a:ext uri="{FF2B5EF4-FFF2-40B4-BE49-F238E27FC236}">
                <a16:creationId xmlns:a16="http://schemas.microsoft.com/office/drawing/2014/main" id="{022F0B1B-FE73-9A44-AFB9-C4CE34AA6ED6}"/>
              </a:ext>
            </a:extLst>
          </p:cNvPr>
          <p:cNvSpPr>
            <a:spLocks noGrp="1"/>
          </p:cNvSpPr>
          <p:nvPr>
            <p:ph type="body" sz="quarter" idx="20" hasCustomPrompt="1"/>
          </p:nvPr>
        </p:nvSpPr>
        <p:spPr>
          <a:xfrm>
            <a:off x="6729091" y="4193162"/>
            <a:ext cx="274320" cy="274320"/>
          </a:xfrm>
          <a:prstGeom prst="rect">
            <a:avLst/>
          </a:prstGeom>
        </p:spPr>
        <p:txBody>
          <a:bodyPr anchor="ctr"/>
          <a:lstStyle>
            <a:lvl1pPr algn="ctr">
              <a:buNone/>
              <a:defRPr sz="1200">
                <a:solidFill>
                  <a:schemeClr val="bg1"/>
                </a:solidFill>
                <a:latin typeface="+mj-lt"/>
              </a:defRPr>
            </a:lvl1pPr>
            <a:lvl2pPr algn="ctr">
              <a:buNone/>
              <a:defRPr sz="1600">
                <a:latin typeface="+mj-lt"/>
              </a:defRPr>
            </a:lvl2pPr>
            <a:lvl3pPr algn="ctr">
              <a:buNone/>
              <a:defRPr sz="1600">
                <a:latin typeface="+mj-lt"/>
              </a:defRPr>
            </a:lvl3pPr>
            <a:lvl4pPr algn="ctr">
              <a:buNone/>
              <a:defRPr sz="1600">
                <a:latin typeface="+mj-lt"/>
              </a:defRPr>
            </a:lvl4pPr>
            <a:lvl5pPr algn="ctr">
              <a:buNone/>
              <a:defRPr sz="1600">
                <a:latin typeface="+mj-lt"/>
              </a:defRPr>
            </a:lvl5pPr>
          </a:lstStyle>
          <a:p>
            <a:pPr lvl="0"/>
            <a:r>
              <a:rPr lang="en-US"/>
              <a:t>3</a:t>
            </a:r>
          </a:p>
        </p:txBody>
      </p:sp>
      <p:sp>
        <p:nvSpPr>
          <p:cNvPr id="50" name="Text Placeholder 4">
            <a:extLst>
              <a:ext uri="{FF2B5EF4-FFF2-40B4-BE49-F238E27FC236}">
                <a16:creationId xmlns:a16="http://schemas.microsoft.com/office/drawing/2014/main" id="{2D80E244-3AE3-9042-910D-985E1A2D50A5}"/>
              </a:ext>
            </a:extLst>
          </p:cNvPr>
          <p:cNvSpPr>
            <a:spLocks noGrp="1"/>
          </p:cNvSpPr>
          <p:nvPr>
            <p:ph type="body" sz="quarter" idx="12" hasCustomPrompt="1"/>
          </p:nvPr>
        </p:nvSpPr>
        <p:spPr>
          <a:xfrm>
            <a:off x="7112975" y="2275871"/>
            <a:ext cx="3689545"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Smaller Headline Here</a:t>
            </a:r>
          </a:p>
        </p:txBody>
      </p:sp>
      <p:sp>
        <p:nvSpPr>
          <p:cNvPr id="51" name="Text Placeholder 9">
            <a:extLst>
              <a:ext uri="{FF2B5EF4-FFF2-40B4-BE49-F238E27FC236}">
                <a16:creationId xmlns:a16="http://schemas.microsoft.com/office/drawing/2014/main" id="{BE527627-848A-A742-863B-ADA24492F196}"/>
              </a:ext>
            </a:extLst>
          </p:cNvPr>
          <p:cNvSpPr>
            <a:spLocks noGrp="1"/>
          </p:cNvSpPr>
          <p:nvPr>
            <p:ph type="body" sz="quarter" idx="13" hasCustomPrompt="1"/>
          </p:nvPr>
        </p:nvSpPr>
        <p:spPr>
          <a:xfrm>
            <a:off x="7121140" y="2581729"/>
            <a:ext cx="3674708" cy="508403"/>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a:t>
            </a:r>
          </a:p>
        </p:txBody>
      </p:sp>
      <p:sp>
        <p:nvSpPr>
          <p:cNvPr id="56" name="Text Placeholder 4">
            <a:extLst>
              <a:ext uri="{FF2B5EF4-FFF2-40B4-BE49-F238E27FC236}">
                <a16:creationId xmlns:a16="http://schemas.microsoft.com/office/drawing/2014/main" id="{C8AE06D8-79D7-EB49-99B9-5AA396331EC1}"/>
              </a:ext>
            </a:extLst>
          </p:cNvPr>
          <p:cNvSpPr>
            <a:spLocks noGrp="1"/>
          </p:cNvSpPr>
          <p:nvPr>
            <p:ph type="body" sz="quarter" idx="22" hasCustomPrompt="1"/>
          </p:nvPr>
        </p:nvSpPr>
        <p:spPr>
          <a:xfrm>
            <a:off x="7112975" y="3173942"/>
            <a:ext cx="3689545"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Smaller Headline Here</a:t>
            </a:r>
          </a:p>
        </p:txBody>
      </p:sp>
      <p:sp>
        <p:nvSpPr>
          <p:cNvPr id="57" name="Text Placeholder 9">
            <a:extLst>
              <a:ext uri="{FF2B5EF4-FFF2-40B4-BE49-F238E27FC236}">
                <a16:creationId xmlns:a16="http://schemas.microsoft.com/office/drawing/2014/main" id="{9B0A82D6-37DA-1E46-AB80-33C1838A98AB}"/>
              </a:ext>
            </a:extLst>
          </p:cNvPr>
          <p:cNvSpPr>
            <a:spLocks noGrp="1"/>
          </p:cNvSpPr>
          <p:nvPr>
            <p:ph type="body" sz="quarter" idx="23" hasCustomPrompt="1"/>
          </p:nvPr>
        </p:nvSpPr>
        <p:spPr>
          <a:xfrm>
            <a:off x="7121140" y="3479800"/>
            <a:ext cx="3674708" cy="508403"/>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a:t>
            </a:r>
          </a:p>
        </p:txBody>
      </p:sp>
      <p:sp>
        <p:nvSpPr>
          <p:cNvPr id="58" name="Text Placeholder 4">
            <a:extLst>
              <a:ext uri="{FF2B5EF4-FFF2-40B4-BE49-F238E27FC236}">
                <a16:creationId xmlns:a16="http://schemas.microsoft.com/office/drawing/2014/main" id="{6210C009-48F5-0249-B5CB-EF04275F1644}"/>
              </a:ext>
            </a:extLst>
          </p:cNvPr>
          <p:cNvSpPr>
            <a:spLocks noGrp="1"/>
          </p:cNvSpPr>
          <p:nvPr>
            <p:ph type="body" sz="quarter" idx="24" hasCustomPrompt="1"/>
          </p:nvPr>
        </p:nvSpPr>
        <p:spPr>
          <a:xfrm>
            <a:off x="7112975" y="4063849"/>
            <a:ext cx="3689545"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Smaller Headline Here</a:t>
            </a:r>
          </a:p>
        </p:txBody>
      </p:sp>
      <p:sp>
        <p:nvSpPr>
          <p:cNvPr id="59" name="Text Placeholder 9">
            <a:extLst>
              <a:ext uri="{FF2B5EF4-FFF2-40B4-BE49-F238E27FC236}">
                <a16:creationId xmlns:a16="http://schemas.microsoft.com/office/drawing/2014/main" id="{14D0FA5B-28F1-D449-8BE9-D416F5173E09}"/>
              </a:ext>
            </a:extLst>
          </p:cNvPr>
          <p:cNvSpPr>
            <a:spLocks noGrp="1"/>
          </p:cNvSpPr>
          <p:nvPr>
            <p:ph type="body" sz="quarter" idx="25" hasCustomPrompt="1"/>
          </p:nvPr>
        </p:nvSpPr>
        <p:spPr>
          <a:xfrm>
            <a:off x="7121140" y="4369707"/>
            <a:ext cx="3674708" cy="508403"/>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a:t>
            </a:r>
          </a:p>
        </p:txBody>
      </p:sp>
      <p:sp>
        <p:nvSpPr>
          <p:cNvPr id="60" name="Text Placeholder 4">
            <a:extLst>
              <a:ext uri="{FF2B5EF4-FFF2-40B4-BE49-F238E27FC236}">
                <a16:creationId xmlns:a16="http://schemas.microsoft.com/office/drawing/2014/main" id="{9A4F22E5-DDC8-4F46-8C69-2D623AB76375}"/>
              </a:ext>
            </a:extLst>
          </p:cNvPr>
          <p:cNvSpPr>
            <a:spLocks noGrp="1"/>
          </p:cNvSpPr>
          <p:nvPr>
            <p:ph type="body" sz="quarter" idx="26" hasCustomPrompt="1"/>
          </p:nvPr>
        </p:nvSpPr>
        <p:spPr>
          <a:xfrm>
            <a:off x="7112975" y="4945591"/>
            <a:ext cx="3689545" cy="365760"/>
          </a:xfrm>
          <a:prstGeom prst="rect">
            <a:avLst/>
          </a:prstGeom>
        </p:spPr>
        <p:txBody>
          <a:bodyPr/>
          <a:lstStyle>
            <a:lvl1pPr marL="0" indent="0" algn="l">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Smaller Headline Here</a:t>
            </a:r>
          </a:p>
        </p:txBody>
      </p:sp>
      <p:sp>
        <p:nvSpPr>
          <p:cNvPr id="61" name="Text Placeholder 9">
            <a:extLst>
              <a:ext uri="{FF2B5EF4-FFF2-40B4-BE49-F238E27FC236}">
                <a16:creationId xmlns:a16="http://schemas.microsoft.com/office/drawing/2014/main" id="{710705A8-6B45-684F-9CE1-047720C583C9}"/>
              </a:ext>
            </a:extLst>
          </p:cNvPr>
          <p:cNvSpPr>
            <a:spLocks noGrp="1"/>
          </p:cNvSpPr>
          <p:nvPr>
            <p:ph type="body" sz="quarter" idx="27" hasCustomPrompt="1"/>
          </p:nvPr>
        </p:nvSpPr>
        <p:spPr>
          <a:xfrm>
            <a:off x="7121140" y="5251449"/>
            <a:ext cx="3674708" cy="508403"/>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a:t>
            </a:r>
          </a:p>
        </p:txBody>
      </p:sp>
      <p:sp>
        <p:nvSpPr>
          <p:cNvPr id="47" name="Text Placeholder 2">
            <a:extLst>
              <a:ext uri="{FF2B5EF4-FFF2-40B4-BE49-F238E27FC236}">
                <a16:creationId xmlns:a16="http://schemas.microsoft.com/office/drawing/2014/main" id="{68B71EA7-5925-154D-BDBF-176AB8E4A3D0}"/>
              </a:ext>
            </a:extLst>
          </p:cNvPr>
          <p:cNvSpPr>
            <a:spLocks noGrp="1"/>
          </p:cNvSpPr>
          <p:nvPr>
            <p:ph type="body" sz="quarter" idx="10" hasCustomPrompt="1"/>
          </p:nvPr>
        </p:nvSpPr>
        <p:spPr>
          <a:xfrm>
            <a:off x="6587377" y="1361229"/>
            <a:ext cx="3692359" cy="440230"/>
          </a:xfrm>
          <a:prstGeom prst="rect">
            <a:avLst/>
          </a:prstGeom>
        </p:spPr>
        <p:txBody>
          <a:bodyPr/>
          <a:lstStyle>
            <a:lvl1pPr marL="0" indent="0">
              <a:buNone/>
              <a:defRPr sz="3200">
                <a:solidFill>
                  <a:schemeClr val="tx1"/>
                </a:solidFill>
                <a:latin typeface="+mj-lt"/>
              </a:defRPr>
            </a:lvl1pPr>
            <a:lvl2pPr indent="0">
              <a:buNone/>
              <a:defRPr/>
            </a:lvl2pPr>
            <a:lvl3pPr indent="0">
              <a:buNone/>
              <a:defRPr/>
            </a:lvl3pPr>
            <a:lvl4pPr indent="0">
              <a:buNone/>
              <a:defRPr/>
            </a:lvl4pPr>
            <a:lvl5pPr indent="0">
              <a:buNone/>
              <a:defRPr/>
            </a:lvl5pPr>
          </a:lstStyle>
          <a:p>
            <a:pPr lvl="0"/>
            <a:r>
              <a:rPr lang="en-US"/>
              <a:t>Headline Here</a:t>
            </a:r>
          </a:p>
        </p:txBody>
      </p:sp>
      <p:sp>
        <p:nvSpPr>
          <p:cNvPr id="48" name="Text Placeholder 4">
            <a:extLst>
              <a:ext uri="{FF2B5EF4-FFF2-40B4-BE49-F238E27FC236}">
                <a16:creationId xmlns:a16="http://schemas.microsoft.com/office/drawing/2014/main" id="{D63369CC-EE97-3147-B3A3-7611D0A88DBA}"/>
              </a:ext>
            </a:extLst>
          </p:cNvPr>
          <p:cNvSpPr>
            <a:spLocks noGrp="1"/>
          </p:cNvSpPr>
          <p:nvPr>
            <p:ph type="body" sz="quarter" idx="11" hasCustomPrompt="1"/>
          </p:nvPr>
        </p:nvSpPr>
        <p:spPr>
          <a:xfrm>
            <a:off x="6603706" y="1849453"/>
            <a:ext cx="3692359" cy="332036"/>
          </a:xfrm>
          <a:prstGeom prst="rect">
            <a:avLst/>
          </a:prstGeom>
        </p:spPr>
        <p:txBody>
          <a:bodyPr/>
          <a:lstStyle>
            <a:lvl1pPr marL="0" indent="0">
              <a:buNone/>
              <a:defRPr sz="1800">
                <a:solidFill>
                  <a:schemeClr val="accent6"/>
                </a:solidFill>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r>
              <a:rPr lang="en-US"/>
              <a:t>Little Subhead</a:t>
            </a:r>
          </a:p>
        </p:txBody>
      </p:sp>
      <p:pic>
        <p:nvPicPr>
          <p:cNvPr id="7" name="Picture 6">
            <a:extLst>
              <a:ext uri="{FF2B5EF4-FFF2-40B4-BE49-F238E27FC236}">
                <a16:creationId xmlns:a16="http://schemas.microsoft.com/office/drawing/2014/main" id="{D1A50BEF-32F6-EA4C-8CB3-7B03782DA04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8" name="Slide Number Placeholder 5">
            <a:extLst>
              <a:ext uri="{FF2B5EF4-FFF2-40B4-BE49-F238E27FC236}">
                <a16:creationId xmlns:a16="http://schemas.microsoft.com/office/drawing/2014/main" id="{BAA2320E-F8FE-7D4B-9E39-49AED006279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9" name="Straight Connector 8">
            <a:extLst>
              <a:ext uri="{FF2B5EF4-FFF2-40B4-BE49-F238E27FC236}">
                <a16:creationId xmlns:a16="http://schemas.microsoft.com/office/drawing/2014/main" id="{5B4AEB69-806A-3747-BC95-037BA008A676}"/>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pic>
        <p:nvPicPr>
          <p:cNvPr id="14" name="Picture 13" descr="A person lying on a bed&#10;&#10;Description automatically generated">
            <a:extLst>
              <a:ext uri="{FF2B5EF4-FFF2-40B4-BE49-F238E27FC236}">
                <a16:creationId xmlns:a16="http://schemas.microsoft.com/office/drawing/2014/main" id="{BCD68CB4-DA27-1C46-B0EC-CC170855978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377509" y="3373087"/>
            <a:ext cx="4718491" cy="2499670"/>
          </a:xfrm>
          <a:prstGeom prst="rect">
            <a:avLst/>
          </a:prstGeom>
        </p:spPr>
      </p:pic>
      <p:pic>
        <p:nvPicPr>
          <p:cNvPr id="41" name="Picture 40" descr="A cat sitting on top of a wooden table&#10;&#10;Description automatically generated">
            <a:extLst>
              <a:ext uri="{FF2B5EF4-FFF2-40B4-BE49-F238E27FC236}">
                <a16:creationId xmlns:a16="http://schemas.microsoft.com/office/drawing/2014/main" id="{A75D6FBC-704C-234E-929E-E19AC004C3E9}"/>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89480" y="944407"/>
            <a:ext cx="2314991" cy="2315995"/>
          </a:xfrm>
          <a:prstGeom prst="rect">
            <a:avLst/>
          </a:prstGeom>
        </p:spPr>
      </p:pic>
      <p:pic>
        <p:nvPicPr>
          <p:cNvPr id="42" name="Picture 41" descr="A brown and white dog looking at the camera&#10;&#10;Description automatically generated">
            <a:extLst>
              <a:ext uri="{FF2B5EF4-FFF2-40B4-BE49-F238E27FC236}">
                <a16:creationId xmlns:a16="http://schemas.microsoft.com/office/drawing/2014/main" id="{D5D3BBF0-6735-1C4C-8328-C851619A8795}"/>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01480" y="944408"/>
            <a:ext cx="2301468" cy="2315995"/>
          </a:xfrm>
          <a:prstGeom prst="rect">
            <a:avLst/>
          </a:prstGeom>
        </p:spPr>
      </p:pic>
      <p:pic>
        <p:nvPicPr>
          <p:cNvPr id="43" name="Picture 42">
            <a:extLst>
              <a:ext uri="{FF2B5EF4-FFF2-40B4-BE49-F238E27FC236}">
                <a16:creationId xmlns:a16="http://schemas.microsoft.com/office/drawing/2014/main" id="{B713CE04-A318-3941-993B-207F6408CA24}"/>
              </a:ext>
            </a:extLst>
          </p:cNvPr>
          <p:cNvPicPr>
            <a:picLocks noChangeAspect="1"/>
          </p:cNvPicPr>
          <p:nvPr userDrawn="1"/>
        </p:nvPicPr>
        <p:blipFill>
          <a:blip r:embed="rId6"/>
          <a:stretch>
            <a:fillRect/>
          </a:stretch>
        </p:blipFill>
        <p:spPr>
          <a:xfrm rot="5400000">
            <a:off x="-922626" y="5287866"/>
            <a:ext cx="2735393" cy="2644967"/>
          </a:xfrm>
          <a:prstGeom prst="rect">
            <a:avLst/>
          </a:prstGeom>
        </p:spPr>
      </p:pic>
      <p:pic>
        <p:nvPicPr>
          <p:cNvPr id="44" name="Picture 43">
            <a:extLst>
              <a:ext uri="{FF2B5EF4-FFF2-40B4-BE49-F238E27FC236}">
                <a16:creationId xmlns:a16="http://schemas.microsoft.com/office/drawing/2014/main" id="{56BDF36A-A014-0F4F-B7A4-A4F8A240A236}"/>
              </a:ext>
            </a:extLst>
          </p:cNvPr>
          <p:cNvPicPr>
            <a:picLocks noChangeAspect="1"/>
          </p:cNvPicPr>
          <p:nvPr userDrawn="1"/>
        </p:nvPicPr>
        <p:blipFill>
          <a:blip r:embed="rId7"/>
          <a:stretch>
            <a:fillRect/>
          </a:stretch>
        </p:blipFill>
        <p:spPr>
          <a:xfrm rot="18787891">
            <a:off x="-678560" y="5455146"/>
            <a:ext cx="2150200" cy="2101332"/>
          </a:xfrm>
          <a:prstGeom prst="rect">
            <a:avLst/>
          </a:prstGeom>
        </p:spPr>
      </p:pic>
      <p:pic>
        <p:nvPicPr>
          <p:cNvPr id="45" name="Picture 44">
            <a:extLst>
              <a:ext uri="{FF2B5EF4-FFF2-40B4-BE49-F238E27FC236}">
                <a16:creationId xmlns:a16="http://schemas.microsoft.com/office/drawing/2014/main" id="{BDBCEA4A-5A62-D34E-B5CD-46A9E0821AB2}"/>
              </a:ext>
            </a:extLst>
          </p:cNvPr>
          <p:cNvPicPr>
            <a:picLocks noChangeAspect="1"/>
          </p:cNvPicPr>
          <p:nvPr userDrawn="1"/>
        </p:nvPicPr>
        <p:blipFill>
          <a:blip r:embed="rId6"/>
          <a:stretch>
            <a:fillRect/>
          </a:stretch>
        </p:blipFill>
        <p:spPr>
          <a:xfrm rot="15711272">
            <a:off x="10133006" y="-915982"/>
            <a:ext cx="2735393" cy="2644967"/>
          </a:xfrm>
          <a:prstGeom prst="rect">
            <a:avLst/>
          </a:prstGeom>
        </p:spPr>
      </p:pic>
      <p:pic>
        <p:nvPicPr>
          <p:cNvPr id="46" name="Picture 45">
            <a:extLst>
              <a:ext uri="{FF2B5EF4-FFF2-40B4-BE49-F238E27FC236}">
                <a16:creationId xmlns:a16="http://schemas.microsoft.com/office/drawing/2014/main" id="{EF3C763D-361A-6744-8097-A43CD9E742E4}"/>
              </a:ext>
            </a:extLst>
          </p:cNvPr>
          <p:cNvPicPr>
            <a:picLocks noChangeAspect="1"/>
          </p:cNvPicPr>
          <p:nvPr userDrawn="1"/>
        </p:nvPicPr>
        <p:blipFill>
          <a:blip r:embed="rId7"/>
          <a:stretch>
            <a:fillRect/>
          </a:stretch>
        </p:blipFill>
        <p:spPr>
          <a:xfrm rot="8316395">
            <a:off x="10451289" y="-516707"/>
            <a:ext cx="2150200" cy="2101332"/>
          </a:xfrm>
          <a:prstGeom prst="rect">
            <a:avLst/>
          </a:prstGeom>
        </p:spPr>
      </p:pic>
    </p:spTree>
    <p:extLst>
      <p:ext uri="{BB962C8B-B14F-4D97-AF65-F5344CB8AC3E}">
        <p14:creationId xmlns:p14="http://schemas.microsoft.com/office/powerpoint/2010/main" val="17730428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ight_3 Headlines_w Photos">
    <p:spTree>
      <p:nvGrpSpPr>
        <p:cNvPr id="1" name=""/>
        <p:cNvGrpSpPr/>
        <p:nvPr/>
      </p:nvGrpSpPr>
      <p:grpSpPr>
        <a:xfrm>
          <a:off x="0" y="0"/>
          <a:ext cx="0" cy="0"/>
          <a:chOff x="0" y="0"/>
          <a:chExt cx="0" cy="0"/>
        </a:xfrm>
      </p:grpSpPr>
      <p:sp>
        <p:nvSpPr>
          <p:cNvPr id="63" name="Text Placeholder 4">
            <a:extLst>
              <a:ext uri="{FF2B5EF4-FFF2-40B4-BE49-F238E27FC236}">
                <a16:creationId xmlns:a16="http://schemas.microsoft.com/office/drawing/2014/main" id="{83320CA1-102A-2A45-8F2B-696E428AE264}"/>
              </a:ext>
            </a:extLst>
          </p:cNvPr>
          <p:cNvSpPr>
            <a:spLocks noGrp="1"/>
          </p:cNvSpPr>
          <p:nvPr>
            <p:ph type="body" sz="quarter" idx="10" hasCustomPrompt="1"/>
          </p:nvPr>
        </p:nvSpPr>
        <p:spPr>
          <a:xfrm>
            <a:off x="1161546" y="4808684"/>
            <a:ext cx="3060153" cy="397127"/>
          </a:xfrm>
          <a:prstGeom prst="rect">
            <a:avLst/>
          </a:prstGeom>
        </p:spPr>
        <p:txBody>
          <a:bodyPr/>
          <a:lstStyle>
            <a:lvl1pPr marL="0" indent="0" algn="ctr">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Smaller Headline Here</a:t>
            </a:r>
          </a:p>
        </p:txBody>
      </p:sp>
      <p:sp>
        <p:nvSpPr>
          <p:cNvPr id="64" name="Text Placeholder 9">
            <a:extLst>
              <a:ext uri="{FF2B5EF4-FFF2-40B4-BE49-F238E27FC236}">
                <a16:creationId xmlns:a16="http://schemas.microsoft.com/office/drawing/2014/main" id="{E640B49F-B2FF-2A4E-8A77-58EF02D6659C}"/>
              </a:ext>
            </a:extLst>
          </p:cNvPr>
          <p:cNvSpPr>
            <a:spLocks noGrp="1"/>
          </p:cNvSpPr>
          <p:nvPr>
            <p:ph type="body" sz="quarter" idx="11" hasCustomPrompt="1"/>
          </p:nvPr>
        </p:nvSpPr>
        <p:spPr>
          <a:xfrm>
            <a:off x="1161544" y="5112071"/>
            <a:ext cx="3071033" cy="1005840"/>
          </a:xfrm>
          <a:prstGeom prst="rect">
            <a:avLst/>
          </a:prstGeom>
        </p:spPr>
        <p:txBody>
          <a:bodyPr/>
          <a:lstStyle>
            <a:lvl1pPr marL="0" indent="0" algn="ctr">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65" name="Text Placeholder 4">
            <a:extLst>
              <a:ext uri="{FF2B5EF4-FFF2-40B4-BE49-F238E27FC236}">
                <a16:creationId xmlns:a16="http://schemas.microsoft.com/office/drawing/2014/main" id="{CC65ED64-8154-A140-A892-9818346A1669}"/>
              </a:ext>
            </a:extLst>
          </p:cNvPr>
          <p:cNvSpPr>
            <a:spLocks noGrp="1"/>
          </p:cNvSpPr>
          <p:nvPr>
            <p:ph type="body" sz="quarter" idx="24" hasCustomPrompt="1"/>
          </p:nvPr>
        </p:nvSpPr>
        <p:spPr>
          <a:xfrm>
            <a:off x="4533396" y="4808684"/>
            <a:ext cx="3060153" cy="397127"/>
          </a:xfrm>
          <a:prstGeom prst="rect">
            <a:avLst/>
          </a:prstGeom>
        </p:spPr>
        <p:txBody>
          <a:bodyPr/>
          <a:lstStyle>
            <a:lvl1pPr marL="0" indent="0" algn="ctr">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Smaller Headline Here</a:t>
            </a:r>
          </a:p>
        </p:txBody>
      </p:sp>
      <p:sp>
        <p:nvSpPr>
          <p:cNvPr id="66" name="Text Placeholder 9">
            <a:extLst>
              <a:ext uri="{FF2B5EF4-FFF2-40B4-BE49-F238E27FC236}">
                <a16:creationId xmlns:a16="http://schemas.microsoft.com/office/drawing/2014/main" id="{B38CD80A-6C7B-4645-ACCB-49333F1A7EC5}"/>
              </a:ext>
            </a:extLst>
          </p:cNvPr>
          <p:cNvSpPr>
            <a:spLocks noGrp="1"/>
          </p:cNvSpPr>
          <p:nvPr>
            <p:ph type="body" sz="quarter" idx="25" hasCustomPrompt="1"/>
          </p:nvPr>
        </p:nvSpPr>
        <p:spPr>
          <a:xfrm>
            <a:off x="4533394" y="5112071"/>
            <a:ext cx="3071033" cy="1005840"/>
          </a:xfrm>
          <a:prstGeom prst="rect">
            <a:avLst/>
          </a:prstGeom>
        </p:spPr>
        <p:txBody>
          <a:bodyPr/>
          <a:lstStyle>
            <a:lvl1pPr marL="0" indent="0" algn="ctr">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67" name="Text Placeholder 4">
            <a:extLst>
              <a:ext uri="{FF2B5EF4-FFF2-40B4-BE49-F238E27FC236}">
                <a16:creationId xmlns:a16="http://schemas.microsoft.com/office/drawing/2014/main" id="{664B1DEE-4DE5-2F4D-B3BA-2863DEA32A6F}"/>
              </a:ext>
            </a:extLst>
          </p:cNvPr>
          <p:cNvSpPr>
            <a:spLocks noGrp="1"/>
          </p:cNvSpPr>
          <p:nvPr>
            <p:ph type="body" sz="quarter" idx="26" hasCustomPrompt="1"/>
          </p:nvPr>
        </p:nvSpPr>
        <p:spPr>
          <a:xfrm>
            <a:off x="7897081" y="4808684"/>
            <a:ext cx="3060153" cy="397127"/>
          </a:xfrm>
          <a:prstGeom prst="rect">
            <a:avLst/>
          </a:prstGeom>
        </p:spPr>
        <p:txBody>
          <a:bodyPr/>
          <a:lstStyle>
            <a:lvl1pPr marL="0" indent="0" algn="ctr">
              <a:lnSpc>
                <a:spcPct val="100000"/>
              </a:lnSpc>
              <a:spcBef>
                <a:spcPts val="0"/>
              </a:spcBef>
              <a:buNone/>
              <a:defRPr sz="20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Smaller Headline Here</a:t>
            </a:r>
          </a:p>
        </p:txBody>
      </p:sp>
      <p:sp>
        <p:nvSpPr>
          <p:cNvPr id="68" name="Text Placeholder 9">
            <a:extLst>
              <a:ext uri="{FF2B5EF4-FFF2-40B4-BE49-F238E27FC236}">
                <a16:creationId xmlns:a16="http://schemas.microsoft.com/office/drawing/2014/main" id="{5D08C3BA-C73A-314D-A44A-43E38BD34204}"/>
              </a:ext>
            </a:extLst>
          </p:cNvPr>
          <p:cNvSpPr>
            <a:spLocks noGrp="1"/>
          </p:cNvSpPr>
          <p:nvPr>
            <p:ph type="body" sz="quarter" idx="27" hasCustomPrompt="1"/>
          </p:nvPr>
        </p:nvSpPr>
        <p:spPr>
          <a:xfrm>
            <a:off x="7897079" y="5112071"/>
            <a:ext cx="3071033" cy="1005840"/>
          </a:xfrm>
          <a:prstGeom prst="rect">
            <a:avLst/>
          </a:prstGeom>
        </p:spPr>
        <p:txBody>
          <a:bodyPr/>
          <a:lstStyle>
            <a:lvl1pPr marL="0" indent="0" algn="ctr">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49" name="Title 1">
            <a:extLst>
              <a:ext uri="{FF2B5EF4-FFF2-40B4-BE49-F238E27FC236}">
                <a16:creationId xmlns:a16="http://schemas.microsoft.com/office/drawing/2014/main" id="{697EB674-9687-1340-9CF8-A6E16F2FF3AF}"/>
              </a:ext>
            </a:extLst>
          </p:cNvPr>
          <p:cNvSpPr>
            <a:spLocks noGrp="1"/>
          </p:cNvSpPr>
          <p:nvPr>
            <p:ph type="title" hasCustomPrompt="1"/>
          </p:nvPr>
        </p:nvSpPr>
        <p:spPr>
          <a:xfrm>
            <a:off x="280861" y="469766"/>
            <a:ext cx="11630279" cy="547556"/>
          </a:xfrm>
          <a:prstGeom prst="rect">
            <a:avLst/>
          </a:prstGeom>
        </p:spPr>
        <p:txBody>
          <a:bodyPr anchor="ctr"/>
          <a:lstStyle>
            <a:lvl1pPr algn="ctr">
              <a:defRPr sz="3600">
                <a:solidFill>
                  <a:schemeClr val="tx1"/>
                </a:solidFill>
              </a:defRPr>
            </a:lvl1pPr>
          </a:lstStyle>
          <a:p>
            <a:r>
              <a:rPr lang="en-US"/>
              <a:t>Headline Goes Here</a:t>
            </a:r>
          </a:p>
        </p:txBody>
      </p:sp>
      <p:sp>
        <p:nvSpPr>
          <p:cNvPr id="62" name="Text Placeholder 9">
            <a:extLst>
              <a:ext uri="{FF2B5EF4-FFF2-40B4-BE49-F238E27FC236}">
                <a16:creationId xmlns:a16="http://schemas.microsoft.com/office/drawing/2014/main" id="{9A4FBDE8-AFAB-7A4D-A16A-82CC5F636798}"/>
              </a:ext>
            </a:extLst>
          </p:cNvPr>
          <p:cNvSpPr>
            <a:spLocks noGrp="1"/>
          </p:cNvSpPr>
          <p:nvPr>
            <p:ph type="body" sz="quarter" idx="23" hasCustomPrompt="1"/>
          </p:nvPr>
        </p:nvSpPr>
        <p:spPr>
          <a:xfrm>
            <a:off x="280860" y="960447"/>
            <a:ext cx="11630259" cy="483558"/>
          </a:xfrm>
          <a:prstGeom prst="rect">
            <a:avLst/>
          </a:prstGeom>
        </p:spPr>
        <p:txBody>
          <a:bodyPr/>
          <a:lstStyle>
            <a:lvl1pPr marL="0" indent="0" algn="ctr">
              <a:lnSpc>
                <a:spcPct val="100000"/>
              </a:lnSpc>
              <a:spcBef>
                <a:spcPts val="0"/>
              </a:spcBef>
              <a:buNone/>
              <a:defRPr sz="14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a:t>
            </a:r>
            <a:br>
              <a:rPr lang="en-US"/>
            </a:br>
            <a:r>
              <a:rPr lang="en-US"/>
              <a:t>Here’s some placeholder text. </a:t>
            </a:r>
          </a:p>
        </p:txBody>
      </p:sp>
      <p:pic>
        <p:nvPicPr>
          <p:cNvPr id="7" name="Picture 6">
            <a:extLst>
              <a:ext uri="{FF2B5EF4-FFF2-40B4-BE49-F238E27FC236}">
                <a16:creationId xmlns:a16="http://schemas.microsoft.com/office/drawing/2014/main" id="{D1A50BEF-32F6-EA4C-8CB3-7B03782DA04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8" name="Slide Number Placeholder 5">
            <a:extLst>
              <a:ext uri="{FF2B5EF4-FFF2-40B4-BE49-F238E27FC236}">
                <a16:creationId xmlns:a16="http://schemas.microsoft.com/office/drawing/2014/main" id="{BAA2320E-F8FE-7D4B-9E39-49AED006279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9" name="Straight Connector 8">
            <a:extLst>
              <a:ext uri="{FF2B5EF4-FFF2-40B4-BE49-F238E27FC236}">
                <a16:creationId xmlns:a16="http://schemas.microsoft.com/office/drawing/2014/main" id="{5B4AEB69-806A-3747-BC95-037BA008A676}"/>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B713CE04-A318-3941-993B-207F6408CA24}"/>
              </a:ext>
            </a:extLst>
          </p:cNvPr>
          <p:cNvPicPr>
            <a:picLocks noChangeAspect="1"/>
          </p:cNvPicPr>
          <p:nvPr userDrawn="1"/>
        </p:nvPicPr>
        <p:blipFill>
          <a:blip r:embed="rId3"/>
          <a:stretch>
            <a:fillRect/>
          </a:stretch>
        </p:blipFill>
        <p:spPr>
          <a:xfrm rot="5400000">
            <a:off x="-922626" y="5287866"/>
            <a:ext cx="2735393" cy="2644967"/>
          </a:xfrm>
          <a:prstGeom prst="rect">
            <a:avLst/>
          </a:prstGeom>
        </p:spPr>
      </p:pic>
      <p:pic>
        <p:nvPicPr>
          <p:cNvPr id="44" name="Picture 43">
            <a:extLst>
              <a:ext uri="{FF2B5EF4-FFF2-40B4-BE49-F238E27FC236}">
                <a16:creationId xmlns:a16="http://schemas.microsoft.com/office/drawing/2014/main" id="{56BDF36A-A014-0F4F-B7A4-A4F8A240A236}"/>
              </a:ext>
            </a:extLst>
          </p:cNvPr>
          <p:cNvPicPr>
            <a:picLocks noChangeAspect="1"/>
          </p:cNvPicPr>
          <p:nvPr userDrawn="1"/>
        </p:nvPicPr>
        <p:blipFill>
          <a:blip r:embed="rId4"/>
          <a:stretch>
            <a:fillRect/>
          </a:stretch>
        </p:blipFill>
        <p:spPr>
          <a:xfrm rot="18787891">
            <a:off x="-678560" y="5455146"/>
            <a:ext cx="2150200" cy="2101332"/>
          </a:xfrm>
          <a:prstGeom prst="rect">
            <a:avLst/>
          </a:prstGeom>
        </p:spPr>
      </p:pic>
      <p:pic>
        <p:nvPicPr>
          <p:cNvPr id="45" name="Picture 44">
            <a:extLst>
              <a:ext uri="{FF2B5EF4-FFF2-40B4-BE49-F238E27FC236}">
                <a16:creationId xmlns:a16="http://schemas.microsoft.com/office/drawing/2014/main" id="{BDBCEA4A-5A62-D34E-B5CD-46A9E0821AB2}"/>
              </a:ext>
            </a:extLst>
          </p:cNvPr>
          <p:cNvPicPr>
            <a:picLocks noChangeAspect="1"/>
          </p:cNvPicPr>
          <p:nvPr userDrawn="1"/>
        </p:nvPicPr>
        <p:blipFill>
          <a:blip r:embed="rId3"/>
          <a:stretch>
            <a:fillRect/>
          </a:stretch>
        </p:blipFill>
        <p:spPr>
          <a:xfrm rot="15711272">
            <a:off x="10133006" y="-915982"/>
            <a:ext cx="2735393" cy="2644967"/>
          </a:xfrm>
          <a:prstGeom prst="rect">
            <a:avLst/>
          </a:prstGeom>
        </p:spPr>
      </p:pic>
      <p:pic>
        <p:nvPicPr>
          <p:cNvPr id="46" name="Picture 45">
            <a:extLst>
              <a:ext uri="{FF2B5EF4-FFF2-40B4-BE49-F238E27FC236}">
                <a16:creationId xmlns:a16="http://schemas.microsoft.com/office/drawing/2014/main" id="{EF3C763D-361A-6744-8097-A43CD9E742E4}"/>
              </a:ext>
            </a:extLst>
          </p:cNvPr>
          <p:cNvPicPr>
            <a:picLocks noChangeAspect="1"/>
          </p:cNvPicPr>
          <p:nvPr userDrawn="1"/>
        </p:nvPicPr>
        <p:blipFill>
          <a:blip r:embed="rId4"/>
          <a:stretch>
            <a:fillRect/>
          </a:stretch>
        </p:blipFill>
        <p:spPr>
          <a:xfrm rot="8316395">
            <a:off x="10451289" y="-516707"/>
            <a:ext cx="2150200" cy="2101332"/>
          </a:xfrm>
          <a:prstGeom prst="rect">
            <a:avLst/>
          </a:prstGeom>
        </p:spPr>
      </p:pic>
      <p:pic>
        <p:nvPicPr>
          <p:cNvPr id="30" name="Picture 29" descr="A picture containing indoor, blue, room, man&#10;&#10;Description automatically generated">
            <a:extLst>
              <a:ext uri="{FF2B5EF4-FFF2-40B4-BE49-F238E27FC236}">
                <a16:creationId xmlns:a16="http://schemas.microsoft.com/office/drawing/2014/main" id="{EACC5F39-23B0-724A-9757-A5DF8E3B2D91}"/>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4519075" y="1818737"/>
            <a:ext cx="3071033" cy="2902274"/>
          </a:xfrm>
          <a:prstGeom prst="rect">
            <a:avLst/>
          </a:prstGeom>
        </p:spPr>
      </p:pic>
      <p:pic>
        <p:nvPicPr>
          <p:cNvPr id="32" name="Picture 31" descr="A cat sitting on a bed&#10;&#10;Description automatically generated">
            <a:extLst>
              <a:ext uri="{FF2B5EF4-FFF2-40B4-BE49-F238E27FC236}">
                <a16:creationId xmlns:a16="http://schemas.microsoft.com/office/drawing/2014/main" id="{945D0E3E-126A-3545-90E7-C35C92C41FE2}"/>
              </a:ext>
            </a:extLst>
          </p:cNvPr>
          <p:cNvPicPr>
            <a:picLocks noChangeAspect="1"/>
          </p:cNvPicPr>
          <p:nvPr userDrawn="1"/>
        </p:nvPicPr>
        <p:blipFill rotWithShape="1">
          <a:blip r:embed="rId6" cstate="screen">
            <a:extLst>
              <a:ext uri="{28A0092B-C50C-407E-A947-70E740481C1C}">
                <a14:useLocalDpi xmlns:a14="http://schemas.microsoft.com/office/drawing/2010/main"/>
              </a:ext>
            </a:extLst>
          </a:blip>
          <a:srcRect/>
          <a:stretch/>
        </p:blipFill>
        <p:spPr>
          <a:xfrm>
            <a:off x="7887481" y="1813681"/>
            <a:ext cx="3174325" cy="2907330"/>
          </a:xfrm>
          <a:prstGeom prst="rect">
            <a:avLst/>
          </a:prstGeom>
        </p:spPr>
      </p:pic>
      <p:pic>
        <p:nvPicPr>
          <p:cNvPr id="33" name="Picture 32" descr="A picture containing person, table, food, looking&#10;&#10;Description automatically generated">
            <a:extLst>
              <a:ext uri="{FF2B5EF4-FFF2-40B4-BE49-F238E27FC236}">
                <a16:creationId xmlns:a16="http://schemas.microsoft.com/office/drawing/2014/main" id="{9A6D2F69-0719-3443-A97C-A1E3971ACA6B}"/>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50667" y="1818737"/>
            <a:ext cx="3071033" cy="2902274"/>
          </a:xfrm>
          <a:prstGeom prst="rect">
            <a:avLst/>
          </a:prstGeom>
        </p:spPr>
      </p:pic>
      <p:pic>
        <p:nvPicPr>
          <p:cNvPr id="40" name="Picture 39" descr="A person holding a cat&#10;&#10;Description automatically generated">
            <a:extLst>
              <a:ext uri="{FF2B5EF4-FFF2-40B4-BE49-F238E27FC236}">
                <a16:creationId xmlns:a16="http://schemas.microsoft.com/office/drawing/2014/main" id="{ACD013F1-2B45-044B-8663-274C4CAF6ECD}"/>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7887481" y="1813682"/>
            <a:ext cx="3174325" cy="2902274"/>
          </a:xfrm>
          <a:prstGeom prst="rect">
            <a:avLst/>
          </a:prstGeom>
        </p:spPr>
      </p:pic>
    </p:spTree>
    <p:extLst>
      <p:ext uri="{BB962C8B-B14F-4D97-AF65-F5344CB8AC3E}">
        <p14:creationId xmlns:p14="http://schemas.microsoft.com/office/powerpoint/2010/main" val="31793907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ght_Headlines_Large_Photo">
    <p:spTree>
      <p:nvGrpSpPr>
        <p:cNvPr id="1" name=""/>
        <p:cNvGrpSpPr/>
        <p:nvPr/>
      </p:nvGrpSpPr>
      <p:grpSpPr>
        <a:xfrm>
          <a:off x="0" y="0"/>
          <a:ext cx="0" cy="0"/>
          <a:chOff x="0" y="0"/>
          <a:chExt cx="0" cy="0"/>
        </a:xfrm>
      </p:grpSpPr>
      <p:sp>
        <p:nvSpPr>
          <p:cNvPr id="41" name="Text Placeholder 4">
            <a:extLst>
              <a:ext uri="{FF2B5EF4-FFF2-40B4-BE49-F238E27FC236}">
                <a16:creationId xmlns:a16="http://schemas.microsoft.com/office/drawing/2014/main" id="{7DC8C2E4-F0CA-DC43-BDEA-310C4512997D}"/>
              </a:ext>
            </a:extLst>
          </p:cNvPr>
          <p:cNvSpPr>
            <a:spLocks noGrp="1"/>
          </p:cNvSpPr>
          <p:nvPr>
            <p:ph type="body" sz="quarter" idx="12" hasCustomPrompt="1"/>
          </p:nvPr>
        </p:nvSpPr>
        <p:spPr>
          <a:xfrm>
            <a:off x="6206920" y="2368477"/>
            <a:ext cx="3689545" cy="365760"/>
          </a:xfrm>
          <a:prstGeom prst="rect">
            <a:avLst/>
          </a:prstGeom>
        </p:spPr>
        <p:txBody>
          <a:bodyPr/>
          <a:lstStyle>
            <a:lvl1pPr marL="0" indent="0" algn="l">
              <a:lnSpc>
                <a:spcPct val="100000"/>
              </a:lnSpc>
              <a:spcBef>
                <a:spcPts val="0"/>
              </a:spcBef>
              <a:buNone/>
              <a:defRPr sz="18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Smaller Headline Here</a:t>
            </a:r>
          </a:p>
        </p:txBody>
      </p:sp>
      <p:sp>
        <p:nvSpPr>
          <p:cNvPr id="42" name="Text Placeholder 9">
            <a:extLst>
              <a:ext uri="{FF2B5EF4-FFF2-40B4-BE49-F238E27FC236}">
                <a16:creationId xmlns:a16="http://schemas.microsoft.com/office/drawing/2014/main" id="{831B1172-3D0F-DB4F-B3E5-2EBAD21180D3}"/>
              </a:ext>
            </a:extLst>
          </p:cNvPr>
          <p:cNvSpPr>
            <a:spLocks noGrp="1"/>
          </p:cNvSpPr>
          <p:nvPr>
            <p:ph type="body" sz="quarter" idx="13" hasCustomPrompt="1"/>
          </p:nvPr>
        </p:nvSpPr>
        <p:spPr>
          <a:xfrm>
            <a:off x="6215085" y="2651855"/>
            <a:ext cx="3692358" cy="768981"/>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47" name="Text Placeholder 2">
            <a:extLst>
              <a:ext uri="{FF2B5EF4-FFF2-40B4-BE49-F238E27FC236}">
                <a16:creationId xmlns:a16="http://schemas.microsoft.com/office/drawing/2014/main" id="{BEBBC371-7F4D-294B-BEC1-484512F2C4F1}"/>
              </a:ext>
            </a:extLst>
          </p:cNvPr>
          <p:cNvSpPr>
            <a:spLocks noGrp="1"/>
          </p:cNvSpPr>
          <p:nvPr>
            <p:ph type="body" sz="quarter" idx="10" hasCustomPrompt="1"/>
          </p:nvPr>
        </p:nvSpPr>
        <p:spPr>
          <a:xfrm>
            <a:off x="6198756" y="1435987"/>
            <a:ext cx="3692359" cy="440230"/>
          </a:xfrm>
          <a:prstGeom prst="rect">
            <a:avLst/>
          </a:prstGeom>
        </p:spPr>
        <p:txBody>
          <a:bodyPr/>
          <a:lstStyle>
            <a:lvl1pPr marL="0" indent="0">
              <a:buNone/>
              <a:defRPr sz="3600">
                <a:solidFill>
                  <a:schemeClr val="tx1"/>
                </a:solidFill>
                <a:latin typeface="+mj-lt"/>
              </a:defRPr>
            </a:lvl1pPr>
            <a:lvl2pPr indent="0">
              <a:buNone/>
              <a:defRPr/>
            </a:lvl2pPr>
            <a:lvl3pPr indent="0">
              <a:buNone/>
              <a:defRPr/>
            </a:lvl3pPr>
            <a:lvl4pPr indent="0">
              <a:buNone/>
              <a:defRPr/>
            </a:lvl4pPr>
            <a:lvl5pPr indent="0">
              <a:buNone/>
              <a:defRPr/>
            </a:lvl5pPr>
          </a:lstStyle>
          <a:p>
            <a:pPr lvl="0"/>
            <a:r>
              <a:rPr lang="en-US"/>
              <a:t>Headline Here</a:t>
            </a:r>
          </a:p>
        </p:txBody>
      </p:sp>
      <p:sp>
        <p:nvSpPr>
          <p:cNvPr id="48" name="Text Placeholder 4">
            <a:extLst>
              <a:ext uri="{FF2B5EF4-FFF2-40B4-BE49-F238E27FC236}">
                <a16:creationId xmlns:a16="http://schemas.microsoft.com/office/drawing/2014/main" id="{000DBE29-2EA5-D944-A5D6-7118F91790D6}"/>
              </a:ext>
            </a:extLst>
          </p:cNvPr>
          <p:cNvSpPr>
            <a:spLocks noGrp="1"/>
          </p:cNvSpPr>
          <p:nvPr>
            <p:ph type="body" sz="quarter" idx="11" hasCustomPrompt="1"/>
          </p:nvPr>
        </p:nvSpPr>
        <p:spPr>
          <a:xfrm>
            <a:off x="6206776" y="1908434"/>
            <a:ext cx="3692359" cy="332036"/>
          </a:xfrm>
          <a:prstGeom prst="rect">
            <a:avLst/>
          </a:prstGeom>
        </p:spPr>
        <p:txBody>
          <a:bodyPr/>
          <a:lstStyle>
            <a:lvl1pPr marL="0" indent="0">
              <a:buNone/>
              <a:defRPr sz="1800">
                <a:solidFill>
                  <a:schemeClr val="accent6"/>
                </a:solidFill>
              </a:defRPr>
            </a:lvl1pPr>
            <a:lvl2pPr>
              <a:buNone/>
              <a:defRPr sz="1800">
                <a:solidFill>
                  <a:schemeClr val="bg1"/>
                </a:solidFill>
              </a:defRPr>
            </a:lvl2pPr>
            <a:lvl3pPr>
              <a:buNone/>
              <a:defRPr sz="1800">
                <a:solidFill>
                  <a:schemeClr val="bg1"/>
                </a:solidFill>
              </a:defRPr>
            </a:lvl3pPr>
            <a:lvl4pPr>
              <a:buNone/>
              <a:defRPr sz="1800">
                <a:solidFill>
                  <a:schemeClr val="bg1"/>
                </a:solidFill>
              </a:defRPr>
            </a:lvl4pPr>
            <a:lvl5pPr>
              <a:buNone/>
              <a:defRPr sz="1800">
                <a:solidFill>
                  <a:schemeClr val="bg1"/>
                </a:solidFill>
              </a:defRPr>
            </a:lvl5pPr>
          </a:lstStyle>
          <a:p>
            <a:pPr lvl="0"/>
            <a:r>
              <a:rPr lang="en-US"/>
              <a:t>Little Subhead</a:t>
            </a:r>
          </a:p>
        </p:txBody>
      </p:sp>
      <p:sp>
        <p:nvSpPr>
          <p:cNvPr id="50" name="Text Placeholder 4">
            <a:extLst>
              <a:ext uri="{FF2B5EF4-FFF2-40B4-BE49-F238E27FC236}">
                <a16:creationId xmlns:a16="http://schemas.microsoft.com/office/drawing/2014/main" id="{BC5F65D8-C3E1-D941-BB0C-D1ECBF290308}"/>
              </a:ext>
            </a:extLst>
          </p:cNvPr>
          <p:cNvSpPr>
            <a:spLocks noGrp="1"/>
          </p:cNvSpPr>
          <p:nvPr>
            <p:ph type="body" sz="quarter" idx="14" hasCustomPrompt="1"/>
          </p:nvPr>
        </p:nvSpPr>
        <p:spPr>
          <a:xfrm>
            <a:off x="6206920" y="3486985"/>
            <a:ext cx="3689545" cy="365760"/>
          </a:xfrm>
          <a:prstGeom prst="rect">
            <a:avLst/>
          </a:prstGeom>
        </p:spPr>
        <p:txBody>
          <a:bodyPr/>
          <a:lstStyle>
            <a:lvl1pPr marL="0" indent="0" algn="l">
              <a:lnSpc>
                <a:spcPct val="100000"/>
              </a:lnSpc>
              <a:spcBef>
                <a:spcPts val="0"/>
              </a:spcBef>
              <a:buNone/>
              <a:defRPr sz="18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Smaller Headline Here</a:t>
            </a:r>
          </a:p>
        </p:txBody>
      </p:sp>
      <p:sp>
        <p:nvSpPr>
          <p:cNvPr id="51" name="Text Placeholder 9">
            <a:extLst>
              <a:ext uri="{FF2B5EF4-FFF2-40B4-BE49-F238E27FC236}">
                <a16:creationId xmlns:a16="http://schemas.microsoft.com/office/drawing/2014/main" id="{6272A1D2-A2AC-E548-92CE-A60A54666626}"/>
              </a:ext>
            </a:extLst>
          </p:cNvPr>
          <p:cNvSpPr>
            <a:spLocks noGrp="1"/>
          </p:cNvSpPr>
          <p:nvPr>
            <p:ph type="body" sz="quarter" idx="15" hasCustomPrompt="1"/>
          </p:nvPr>
        </p:nvSpPr>
        <p:spPr>
          <a:xfrm>
            <a:off x="6215085" y="3770363"/>
            <a:ext cx="3692358" cy="768981"/>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sp>
        <p:nvSpPr>
          <p:cNvPr id="52" name="Text Placeholder 4">
            <a:extLst>
              <a:ext uri="{FF2B5EF4-FFF2-40B4-BE49-F238E27FC236}">
                <a16:creationId xmlns:a16="http://schemas.microsoft.com/office/drawing/2014/main" id="{F7654DF9-44CE-B545-9745-FAD054525744}"/>
              </a:ext>
            </a:extLst>
          </p:cNvPr>
          <p:cNvSpPr>
            <a:spLocks noGrp="1"/>
          </p:cNvSpPr>
          <p:nvPr>
            <p:ph type="body" sz="quarter" idx="16" hasCustomPrompt="1"/>
          </p:nvPr>
        </p:nvSpPr>
        <p:spPr>
          <a:xfrm>
            <a:off x="6206920" y="4597328"/>
            <a:ext cx="3689545" cy="365760"/>
          </a:xfrm>
          <a:prstGeom prst="rect">
            <a:avLst/>
          </a:prstGeom>
        </p:spPr>
        <p:txBody>
          <a:bodyPr/>
          <a:lstStyle>
            <a:lvl1pPr marL="0" indent="0" algn="l">
              <a:lnSpc>
                <a:spcPct val="100000"/>
              </a:lnSpc>
              <a:spcBef>
                <a:spcPts val="0"/>
              </a:spcBef>
              <a:buNone/>
              <a:defRPr sz="1800">
                <a:latin typeface="+mj-lt"/>
              </a:defRPr>
            </a:lvl1pPr>
            <a:lvl2pPr algn="ctr">
              <a:buNone/>
              <a:defRPr sz="2000">
                <a:latin typeface="+mj-lt"/>
              </a:defRPr>
            </a:lvl2pPr>
            <a:lvl3pPr algn="ctr">
              <a:buNone/>
              <a:defRPr sz="2000">
                <a:latin typeface="+mj-lt"/>
              </a:defRPr>
            </a:lvl3pPr>
            <a:lvl4pPr algn="ctr">
              <a:buNone/>
              <a:defRPr sz="2000">
                <a:latin typeface="+mj-lt"/>
              </a:defRPr>
            </a:lvl4pPr>
            <a:lvl5pPr algn="ctr">
              <a:buNone/>
              <a:defRPr sz="2000">
                <a:latin typeface="+mj-lt"/>
              </a:defRPr>
            </a:lvl5pPr>
          </a:lstStyle>
          <a:p>
            <a:pPr lvl="0"/>
            <a:r>
              <a:rPr lang="en-US"/>
              <a:t>Smaller Headline Here</a:t>
            </a:r>
          </a:p>
        </p:txBody>
      </p:sp>
      <p:sp>
        <p:nvSpPr>
          <p:cNvPr id="53" name="Text Placeholder 9">
            <a:extLst>
              <a:ext uri="{FF2B5EF4-FFF2-40B4-BE49-F238E27FC236}">
                <a16:creationId xmlns:a16="http://schemas.microsoft.com/office/drawing/2014/main" id="{2812643F-E384-8746-9F19-5F659EB44FCC}"/>
              </a:ext>
            </a:extLst>
          </p:cNvPr>
          <p:cNvSpPr>
            <a:spLocks noGrp="1"/>
          </p:cNvSpPr>
          <p:nvPr>
            <p:ph type="body" sz="quarter" idx="17" hasCustomPrompt="1"/>
          </p:nvPr>
        </p:nvSpPr>
        <p:spPr>
          <a:xfrm>
            <a:off x="6215085" y="4880706"/>
            <a:ext cx="3692358" cy="768981"/>
          </a:xfrm>
          <a:prstGeom prst="rect">
            <a:avLst/>
          </a:prstGeom>
        </p:spPr>
        <p:txBody>
          <a:bodyPr/>
          <a:lstStyle>
            <a:lvl1pPr marL="0" indent="0" algn="l">
              <a:lnSpc>
                <a:spcPct val="100000"/>
              </a:lnSpc>
              <a:spcBef>
                <a:spcPts val="0"/>
              </a:spcBef>
              <a:buNone/>
              <a:defRPr sz="1200">
                <a:solidFill>
                  <a:srgbClr val="7F7F7F"/>
                </a:solidFill>
              </a:defRPr>
            </a:lvl1pPr>
            <a:lvl2pPr algn="ctr">
              <a:buNone/>
              <a:defRPr sz="1200"/>
            </a:lvl2pPr>
            <a:lvl3pPr algn="ctr">
              <a:buNone/>
              <a:defRPr sz="1200"/>
            </a:lvl3pPr>
            <a:lvl4pPr algn="ctr">
              <a:buNone/>
              <a:defRPr sz="1200"/>
            </a:lvl4pPr>
            <a:lvl5pPr algn="ctr">
              <a:buNone/>
              <a:defRPr sz="1200"/>
            </a:lvl5pPr>
          </a:lstStyle>
          <a:p>
            <a:pPr lvl="0"/>
            <a:r>
              <a:rPr lang="en-US"/>
              <a:t>Here’s some placeholder text. Delete this text and add your own text. Here’s some placeholder text. Delete this text and add your own text. </a:t>
            </a:r>
          </a:p>
        </p:txBody>
      </p:sp>
      <p:pic>
        <p:nvPicPr>
          <p:cNvPr id="7" name="Picture 6">
            <a:extLst>
              <a:ext uri="{FF2B5EF4-FFF2-40B4-BE49-F238E27FC236}">
                <a16:creationId xmlns:a16="http://schemas.microsoft.com/office/drawing/2014/main" id="{D1A50BEF-32F6-EA4C-8CB3-7B03782DA04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8" name="Slide Number Placeholder 5">
            <a:extLst>
              <a:ext uri="{FF2B5EF4-FFF2-40B4-BE49-F238E27FC236}">
                <a16:creationId xmlns:a16="http://schemas.microsoft.com/office/drawing/2014/main" id="{BAA2320E-F8FE-7D4B-9E39-49AED006279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9" name="Straight Connector 8">
            <a:extLst>
              <a:ext uri="{FF2B5EF4-FFF2-40B4-BE49-F238E27FC236}">
                <a16:creationId xmlns:a16="http://schemas.microsoft.com/office/drawing/2014/main" id="{5B4AEB69-806A-3747-BC95-037BA008A676}"/>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pic>
        <p:nvPicPr>
          <p:cNvPr id="21" name="Picture 20" descr="A person holding a dog&#10;&#10;Description automatically generated">
            <a:extLst>
              <a:ext uri="{FF2B5EF4-FFF2-40B4-BE49-F238E27FC236}">
                <a16:creationId xmlns:a16="http://schemas.microsoft.com/office/drawing/2014/main" id="{BDD99247-6389-034F-A2D7-B90651C9ED2D}"/>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0"/>
            <a:ext cx="5720002" cy="6858000"/>
          </a:xfrm>
          <a:prstGeom prst="rect">
            <a:avLst/>
          </a:prstGeom>
        </p:spPr>
      </p:pic>
      <p:pic>
        <p:nvPicPr>
          <p:cNvPr id="22" name="Picture 21">
            <a:extLst>
              <a:ext uri="{FF2B5EF4-FFF2-40B4-BE49-F238E27FC236}">
                <a16:creationId xmlns:a16="http://schemas.microsoft.com/office/drawing/2014/main" id="{FC716164-E9F0-D144-B436-6BE77579CF1E}"/>
              </a:ext>
            </a:extLst>
          </p:cNvPr>
          <p:cNvPicPr>
            <a:picLocks noChangeAspect="1"/>
          </p:cNvPicPr>
          <p:nvPr userDrawn="1"/>
        </p:nvPicPr>
        <p:blipFill>
          <a:blip r:embed="rId4"/>
          <a:stretch>
            <a:fillRect/>
          </a:stretch>
        </p:blipFill>
        <p:spPr>
          <a:xfrm rot="15711272">
            <a:off x="10133006" y="-915982"/>
            <a:ext cx="2735393" cy="2644967"/>
          </a:xfrm>
          <a:prstGeom prst="rect">
            <a:avLst/>
          </a:prstGeom>
        </p:spPr>
      </p:pic>
      <p:pic>
        <p:nvPicPr>
          <p:cNvPr id="23" name="Picture 22">
            <a:extLst>
              <a:ext uri="{FF2B5EF4-FFF2-40B4-BE49-F238E27FC236}">
                <a16:creationId xmlns:a16="http://schemas.microsoft.com/office/drawing/2014/main" id="{923183B0-64DE-C742-A202-76EE24178D2D}"/>
              </a:ext>
            </a:extLst>
          </p:cNvPr>
          <p:cNvPicPr>
            <a:picLocks noChangeAspect="1"/>
          </p:cNvPicPr>
          <p:nvPr userDrawn="1"/>
        </p:nvPicPr>
        <p:blipFill>
          <a:blip r:embed="rId5"/>
          <a:stretch>
            <a:fillRect/>
          </a:stretch>
        </p:blipFill>
        <p:spPr>
          <a:xfrm rot="8316395">
            <a:off x="10451289" y="-516707"/>
            <a:ext cx="2150200" cy="2101332"/>
          </a:xfrm>
          <a:prstGeom prst="rect">
            <a:avLst/>
          </a:prstGeom>
        </p:spPr>
      </p:pic>
    </p:spTree>
    <p:extLst>
      <p:ext uri="{BB962C8B-B14F-4D97-AF65-F5344CB8AC3E}">
        <p14:creationId xmlns:p14="http://schemas.microsoft.com/office/powerpoint/2010/main" val="17373253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ght_Important_Quote">
    <p:spTree>
      <p:nvGrpSpPr>
        <p:cNvPr id="1" name=""/>
        <p:cNvGrpSpPr/>
        <p:nvPr/>
      </p:nvGrpSpPr>
      <p:grpSpPr>
        <a:xfrm>
          <a:off x="0" y="0"/>
          <a:ext cx="0" cy="0"/>
          <a:chOff x="0" y="0"/>
          <a:chExt cx="0" cy="0"/>
        </a:xfrm>
      </p:grpSpPr>
      <p:sp>
        <p:nvSpPr>
          <p:cNvPr id="59" name="Text Placeholder 3">
            <a:extLst>
              <a:ext uri="{FF2B5EF4-FFF2-40B4-BE49-F238E27FC236}">
                <a16:creationId xmlns:a16="http://schemas.microsoft.com/office/drawing/2014/main" id="{F7B7F403-19D4-2041-9494-098A9FD55084}"/>
              </a:ext>
            </a:extLst>
          </p:cNvPr>
          <p:cNvSpPr>
            <a:spLocks noGrp="1"/>
          </p:cNvSpPr>
          <p:nvPr>
            <p:ph type="body" sz="quarter" idx="12" hasCustomPrompt="1"/>
          </p:nvPr>
        </p:nvSpPr>
        <p:spPr>
          <a:xfrm>
            <a:off x="1615168" y="4326670"/>
            <a:ext cx="8961664" cy="1233560"/>
          </a:xfrm>
          <a:prstGeom prst="rect">
            <a:avLst/>
          </a:prstGeom>
        </p:spPr>
        <p:txBody>
          <a:bodyPr/>
          <a:lstStyle>
            <a:lvl1pPr marL="0" indent="0" algn="ctr">
              <a:buNone/>
              <a:defRPr sz="7200" b="1" i="0" spc="0" baseline="0">
                <a:solidFill>
                  <a:schemeClr val="accent3"/>
                </a:solidFill>
                <a:latin typeface="Roboto Black" panose="02000000000000000000" pitchFamily="2" charset="0"/>
                <a:ea typeface="Roboto Black" panose="02000000000000000000" pitchFamily="2" charset="0"/>
                <a:cs typeface="Roboto Black" panose="02000000000000000000" pitchFamily="2" charset="0"/>
              </a:defRPr>
            </a:lvl1pPr>
          </a:lstStyle>
          <a:p>
            <a:pPr lvl="0"/>
            <a:r>
              <a:rPr lang="en-US"/>
              <a:t>IMPORTANT QUOTE</a:t>
            </a:r>
          </a:p>
        </p:txBody>
      </p:sp>
      <p:sp>
        <p:nvSpPr>
          <p:cNvPr id="58" name="Text Placeholder 3">
            <a:extLst>
              <a:ext uri="{FF2B5EF4-FFF2-40B4-BE49-F238E27FC236}">
                <a16:creationId xmlns:a16="http://schemas.microsoft.com/office/drawing/2014/main" id="{D64D225E-DFDF-6142-8556-B9BF7AE3C29E}"/>
              </a:ext>
            </a:extLst>
          </p:cNvPr>
          <p:cNvSpPr>
            <a:spLocks noGrp="1"/>
          </p:cNvSpPr>
          <p:nvPr>
            <p:ph type="body" sz="quarter" idx="11" hasCustomPrompt="1"/>
          </p:nvPr>
        </p:nvSpPr>
        <p:spPr>
          <a:xfrm>
            <a:off x="1615168" y="5331169"/>
            <a:ext cx="8961664" cy="479214"/>
          </a:xfrm>
          <a:prstGeom prst="rect">
            <a:avLst/>
          </a:prstGeom>
        </p:spPr>
        <p:txBody>
          <a:bodyPr/>
          <a:lstStyle>
            <a:lvl1pPr marL="0" indent="0" algn="ctr">
              <a:buNone/>
              <a:defRPr>
                <a:solidFill>
                  <a:srgbClr val="2D85FF"/>
                </a:solidFill>
                <a:latin typeface="+mj-lt"/>
              </a:defRPr>
            </a:lvl1pPr>
          </a:lstStyle>
          <a:p>
            <a:pPr lvl="0"/>
            <a:r>
              <a:rPr lang="en-US"/>
              <a:t>or call out information.</a:t>
            </a:r>
          </a:p>
        </p:txBody>
      </p:sp>
      <p:sp>
        <p:nvSpPr>
          <p:cNvPr id="4" name="Text Placeholder 3">
            <a:extLst>
              <a:ext uri="{FF2B5EF4-FFF2-40B4-BE49-F238E27FC236}">
                <a16:creationId xmlns:a16="http://schemas.microsoft.com/office/drawing/2014/main" id="{20B7B8A9-98ED-A347-AEC8-B639C3EB1DBF}"/>
              </a:ext>
            </a:extLst>
          </p:cNvPr>
          <p:cNvSpPr>
            <a:spLocks noGrp="1"/>
          </p:cNvSpPr>
          <p:nvPr>
            <p:ph type="body" sz="quarter" idx="10" hasCustomPrompt="1"/>
          </p:nvPr>
        </p:nvSpPr>
        <p:spPr>
          <a:xfrm>
            <a:off x="1615168" y="3870536"/>
            <a:ext cx="8961664" cy="479214"/>
          </a:xfrm>
          <a:prstGeom prst="rect">
            <a:avLst/>
          </a:prstGeom>
        </p:spPr>
        <p:txBody>
          <a:bodyPr/>
          <a:lstStyle>
            <a:lvl1pPr marL="0" indent="0" algn="ctr">
              <a:buNone/>
              <a:defRPr>
                <a:solidFill>
                  <a:srgbClr val="2D85FF"/>
                </a:solidFill>
                <a:latin typeface="+mj-lt"/>
              </a:defRPr>
            </a:lvl1pPr>
          </a:lstStyle>
          <a:p>
            <a:pPr lvl="0"/>
            <a:r>
              <a:rPr lang="en-US"/>
              <a:t>Here’s space for a big quote</a:t>
            </a:r>
          </a:p>
        </p:txBody>
      </p:sp>
      <p:pic>
        <p:nvPicPr>
          <p:cNvPr id="85" name="Picture 84">
            <a:extLst>
              <a:ext uri="{FF2B5EF4-FFF2-40B4-BE49-F238E27FC236}">
                <a16:creationId xmlns:a16="http://schemas.microsoft.com/office/drawing/2014/main" id="{6350CB19-2427-E944-9955-9AE85FC55116}"/>
              </a:ext>
            </a:extLst>
          </p:cNvPr>
          <p:cNvPicPr>
            <a:picLocks noChangeAspect="1"/>
          </p:cNvPicPr>
          <p:nvPr userDrawn="1"/>
        </p:nvPicPr>
        <p:blipFill>
          <a:blip r:embed="rId2"/>
          <a:stretch>
            <a:fillRect/>
          </a:stretch>
        </p:blipFill>
        <p:spPr>
          <a:xfrm rot="15711272">
            <a:off x="10238551" y="-173627"/>
            <a:ext cx="2735393" cy="2644967"/>
          </a:xfrm>
          <a:prstGeom prst="rect">
            <a:avLst/>
          </a:prstGeom>
        </p:spPr>
      </p:pic>
      <p:pic>
        <p:nvPicPr>
          <p:cNvPr id="86" name="Picture 85">
            <a:extLst>
              <a:ext uri="{FF2B5EF4-FFF2-40B4-BE49-F238E27FC236}">
                <a16:creationId xmlns:a16="http://schemas.microsoft.com/office/drawing/2014/main" id="{1704645B-190B-FF4F-83B8-D6AD7A38C629}"/>
              </a:ext>
            </a:extLst>
          </p:cNvPr>
          <p:cNvPicPr>
            <a:picLocks noChangeAspect="1"/>
          </p:cNvPicPr>
          <p:nvPr userDrawn="1"/>
        </p:nvPicPr>
        <p:blipFill>
          <a:blip r:embed="rId3"/>
          <a:stretch>
            <a:fillRect/>
          </a:stretch>
        </p:blipFill>
        <p:spPr>
          <a:xfrm rot="7499163">
            <a:off x="10482617" y="-6347"/>
            <a:ext cx="2150200" cy="2101332"/>
          </a:xfrm>
          <a:prstGeom prst="rect">
            <a:avLst/>
          </a:prstGeom>
        </p:spPr>
      </p:pic>
      <p:pic>
        <p:nvPicPr>
          <p:cNvPr id="28" name="Picture 27">
            <a:extLst>
              <a:ext uri="{FF2B5EF4-FFF2-40B4-BE49-F238E27FC236}">
                <a16:creationId xmlns:a16="http://schemas.microsoft.com/office/drawing/2014/main" id="{DBA833F3-491A-0747-B537-47F8EDE4DD7F}"/>
              </a:ext>
            </a:extLst>
          </p:cNvPr>
          <p:cNvPicPr>
            <a:picLocks noChangeAspect="1"/>
          </p:cNvPicPr>
          <p:nvPr userDrawn="1"/>
        </p:nvPicPr>
        <p:blipFill>
          <a:blip r:embed="rId2"/>
          <a:stretch>
            <a:fillRect/>
          </a:stretch>
        </p:blipFill>
        <p:spPr>
          <a:xfrm rot="5400000">
            <a:off x="-922626" y="5287866"/>
            <a:ext cx="2735393" cy="2644967"/>
          </a:xfrm>
          <a:prstGeom prst="rect">
            <a:avLst/>
          </a:prstGeom>
        </p:spPr>
      </p:pic>
      <p:pic>
        <p:nvPicPr>
          <p:cNvPr id="29" name="Picture 28">
            <a:extLst>
              <a:ext uri="{FF2B5EF4-FFF2-40B4-BE49-F238E27FC236}">
                <a16:creationId xmlns:a16="http://schemas.microsoft.com/office/drawing/2014/main" id="{D0C5A61A-83A6-B449-AC11-850E231E7DA4}"/>
              </a:ext>
            </a:extLst>
          </p:cNvPr>
          <p:cNvPicPr>
            <a:picLocks noChangeAspect="1"/>
          </p:cNvPicPr>
          <p:nvPr userDrawn="1"/>
        </p:nvPicPr>
        <p:blipFill>
          <a:blip r:embed="rId3"/>
          <a:stretch>
            <a:fillRect/>
          </a:stretch>
        </p:blipFill>
        <p:spPr>
          <a:xfrm rot="18787891">
            <a:off x="-678560" y="5455146"/>
            <a:ext cx="2150200" cy="2101332"/>
          </a:xfrm>
          <a:prstGeom prst="rect">
            <a:avLst/>
          </a:prstGeom>
        </p:spPr>
      </p:pic>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pic>
        <p:nvPicPr>
          <p:cNvPr id="53" name="Picture 52" descr="A picture containing person, indoor, person, sitting&#10;&#10;Description automatically generated">
            <a:extLst>
              <a:ext uri="{FF2B5EF4-FFF2-40B4-BE49-F238E27FC236}">
                <a16:creationId xmlns:a16="http://schemas.microsoft.com/office/drawing/2014/main" id="{6DAB2DAE-F1FF-6647-82C2-FF6FBBB503CA}"/>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4612684" y="1481146"/>
            <a:ext cx="2994389" cy="1997066"/>
          </a:xfrm>
          <a:prstGeom prst="rect">
            <a:avLst/>
          </a:prstGeom>
        </p:spPr>
      </p:pic>
    </p:spTree>
    <p:extLst>
      <p:ext uri="{BB962C8B-B14F-4D97-AF65-F5344CB8AC3E}">
        <p14:creationId xmlns:p14="http://schemas.microsoft.com/office/powerpoint/2010/main" val="30412432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ight_Web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sp>
        <p:nvSpPr>
          <p:cNvPr id="30" name="Text Placeholder 46">
            <a:extLst>
              <a:ext uri="{FF2B5EF4-FFF2-40B4-BE49-F238E27FC236}">
                <a16:creationId xmlns:a16="http://schemas.microsoft.com/office/drawing/2014/main" id="{78193DA8-A37F-E741-ACCA-7BAFD78943CB}"/>
              </a:ext>
            </a:extLst>
          </p:cNvPr>
          <p:cNvSpPr>
            <a:spLocks noGrp="1"/>
          </p:cNvSpPr>
          <p:nvPr>
            <p:ph type="body" sz="quarter" idx="15" hasCustomPrompt="1"/>
          </p:nvPr>
        </p:nvSpPr>
        <p:spPr>
          <a:xfrm>
            <a:off x="1061426" y="5732901"/>
            <a:ext cx="1737237" cy="292608"/>
          </a:xfrm>
          <a:prstGeom prst="rect">
            <a:avLst/>
          </a:prstGeom>
          <a:solidFill>
            <a:schemeClr val="tx1"/>
          </a:solidFill>
        </p:spPr>
        <p:txBody>
          <a:bodyPr anchor="ctr"/>
          <a:lstStyle>
            <a:lvl1pPr marL="0" indent="0" algn="ctr">
              <a:buNone/>
              <a:defRPr sz="1200">
                <a:solidFill>
                  <a:schemeClr val="bg1"/>
                </a:solidFill>
                <a:latin typeface="+mj-lt"/>
              </a:defRPr>
            </a:lvl1pPr>
          </a:lstStyle>
          <a:p>
            <a:pPr lvl="0"/>
            <a:r>
              <a:rPr lang="en-US"/>
              <a:t>Chewy Homepage</a:t>
            </a:r>
          </a:p>
        </p:txBody>
      </p:sp>
      <p:sp>
        <p:nvSpPr>
          <p:cNvPr id="33" name="Text Placeholder 46">
            <a:extLst>
              <a:ext uri="{FF2B5EF4-FFF2-40B4-BE49-F238E27FC236}">
                <a16:creationId xmlns:a16="http://schemas.microsoft.com/office/drawing/2014/main" id="{67C9FC6C-6C5B-F74C-979E-A814518D7348}"/>
              </a:ext>
            </a:extLst>
          </p:cNvPr>
          <p:cNvSpPr>
            <a:spLocks noGrp="1"/>
          </p:cNvSpPr>
          <p:nvPr>
            <p:ph type="body" sz="quarter" idx="16" hasCustomPrompt="1"/>
          </p:nvPr>
        </p:nvSpPr>
        <p:spPr>
          <a:xfrm>
            <a:off x="3824504" y="5732901"/>
            <a:ext cx="1737237" cy="292608"/>
          </a:xfrm>
          <a:prstGeom prst="rect">
            <a:avLst/>
          </a:prstGeom>
          <a:solidFill>
            <a:schemeClr val="tx1"/>
          </a:solidFill>
        </p:spPr>
        <p:txBody>
          <a:bodyPr anchor="ctr"/>
          <a:lstStyle>
            <a:lvl1pPr marL="0" indent="0" algn="ctr">
              <a:buNone/>
              <a:defRPr sz="1200">
                <a:solidFill>
                  <a:schemeClr val="bg1"/>
                </a:solidFill>
                <a:latin typeface="+mj-lt"/>
              </a:defRPr>
            </a:lvl1pPr>
          </a:lstStyle>
          <a:p>
            <a:pPr lvl="0"/>
            <a:r>
              <a:rPr lang="en-US"/>
              <a:t>Chewy Homepage</a:t>
            </a:r>
          </a:p>
        </p:txBody>
      </p:sp>
      <p:sp>
        <p:nvSpPr>
          <p:cNvPr id="34" name="Text Placeholder 46">
            <a:extLst>
              <a:ext uri="{FF2B5EF4-FFF2-40B4-BE49-F238E27FC236}">
                <a16:creationId xmlns:a16="http://schemas.microsoft.com/office/drawing/2014/main" id="{95C98742-5EFA-0A45-9E08-6F85E64E757C}"/>
              </a:ext>
            </a:extLst>
          </p:cNvPr>
          <p:cNvSpPr>
            <a:spLocks noGrp="1"/>
          </p:cNvSpPr>
          <p:nvPr>
            <p:ph type="body" sz="quarter" idx="17" hasCustomPrompt="1"/>
          </p:nvPr>
        </p:nvSpPr>
        <p:spPr>
          <a:xfrm>
            <a:off x="6567704" y="5732901"/>
            <a:ext cx="1737237" cy="292608"/>
          </a:xfrm>
          <a:prstGeom prst="rect">
            <a:avLst/>
          </a:prstGeom>
          <a:solidFill>
            <a:schemeClr val="tx1"/>
          </a:solidFill>
        </p:spPr>
        <p:txBody>
          <a:bodyPr anchor="ctr"/>
          <a:lstStyle>
            <a:lvl1pPr marL="0" indent="0" algn="ctr">
              <a:buNone/>
              <a:defRPr sz="1200">
                <a:solidFill>
                  <a:schemeClr val="bg1"/>
                </a:solidFill>
                <a:latin typeface="+mj-lt"/>
              </a:defRPr>
            </a:lvl1pPr>
          </a:lstStyle>
          <a:p>
            <a:pPr lvl="0"/>
            <a:r>
              <a:rPr lang="en-US"/>
              <a:t>Chewy Homepage</a:t>
            </a:r>
          </a:p>
        </p:txBody>
      </p:sp>
      <p:sp>
        <p:nvSpPr>
          <p:cNvPr id="35" name="Text Placeholder 46">
            <a:extLst>
              <a:ext uri="{FF2B5EF4-FFF2-40B4-BE49-F238E27FC236}">
                <a16:creationId xmlns:a16="http://schemas.microsoft.com/office/drawing/2014/main" id="{9F5690A1-E250-D74B-A60E-A00A6EBE1B03}"/>
              </a:ext>
            </a:extLst>
          </p:cNvPr>
          <p:cNvSpPr>
            <a:spLocks noGrp="1"/>
          </p:cNvSpPr>
          <p:nvPr>
            <p:ph type="body" sz="quarter" idx="18" hasCustomPrompt="1"/>
          </p:nvPr>
        </p:nvSpPr>
        <p:spPr>
          <a:xfrm>
            <a:off x="9330782" y="5732901"/>
            <a:ext cx="1737237" cy="292608"/>
          </a:xfrm>
          <a:prstGeom prst="rect">
            <a:avLst/>
          </a:prstGeom>
          <a:solidFill>
            <a:schemeClr val="tx1"/>
          </a:solidFill>
        </p:spPr>
        <p:txBody>
          <a:bodyPr anchor="ctr"/>
          <a:lstStyle>
            <a:lvl1pPr marL="0" indent="0" algn="ctr">
              <a:buNone/>
              <a:defRPr sz="1200">
                <a:solidFill>
                  <a:schemeClr val="bg1"/>
                </a:solidFill>
                <a:latin typeface="+mj-lt"/>
              </a:defRPr>
            </a:lvl1pPr>
          </a:lstStyle>
          <a:p>
            <a:pPr lvl="0"/>
            <a:r>
              <a:rPr lang="en-US"/>
              <a:t>Chewy Homepage</a:t>
            </a:r>
          </a:p>
        </p:txBody>
      </p:sp>
      <p:sp>
        <p:nvSpPr>
          <p:cNvPr id="36" name="Text Placeholder 46">
            <a:extLst>
              <a:ext uri="{FF2B5EF4-FFF2-40B4-BE49-F238E27FC236}">
                <a16:creationId xmlns:a16="http://schemas.microsoft.com/office/drawing/2014/main" id="{B91D67F9-705D-7640-9527-AE9A2DE5457D}"/>
              </a:ext>
            </a:extLst>
          </p:cNvPr>
          <p:cNvSpPr>
            <a:spLocks noGrp="1"/>
          </p:cNvSpPr>
          <p:nvPr>
            <p:ph type="body" sz="quarter" idx="19" hasCustomPrompt="1"/>
          </p:nvPr>
        </p:nvSpPr>
        <p:spPr>
          <a:xfrm>
            <a:off x="9330782" y="3258058"/>
            <a:ext cx="1737237" cy="292608"/>
          </a:xfrm>
          <a:prstGeom prst="rect">
            <a:avLst/>
          </a:prstGeom>
          <a:solidFill>
            <a:schemeClr val="tx1"/>
          </a:solidFill>
        </p:spPr>
        <p:txBody>
          <a:bodyPr anchor="ctr"/>
          <a:lstStyle>
            <a:lvl1pPr marL="0" indent="0" algn="ctr">
              <a:buNone/>
              <a:defRPr sz="1200">
                <a:solidFill>
                  <a:schemeClr val="bg1"/>
                </a:solidFill>
                <a:latin typeface="+mj-lt"/>
              </a:defRPr>
            </a:lvl1pPr>
          </a:lstStyle>
          <a:p>
            <a:pPr lvl="0"/>
            <a:r>
              <a:rPr lang="en-US"/>
              <a:t>Chewy Homepage</a:t>
            </a:r>
          </a:p>
        </p:txBody>
      </p:sp>
    </p:spTree>
    <p:extLst>
      <p:ext uri="{BB962C8B-B14F-4D97-AF65-F5344CB8AC3E}">
        <p14:creationId xmlns:p14="http://schemas.microsoft.com/office/powerpoint/2010/main" val="31539943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ight_Blank_Blue_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5FFE40-4013-164F-BA2B-6A9A68DA939A}"/>
              </a:ext>
            </a:extLst>
          </p:cNvPr>
          <p:cNvSpPr/>
          <p:nvPr userDrawn="1"/>
        </p:nvSpPr>
        <p:spPr>
          <a:xfrm>
            <a:off x="0" y="0"/>
            <a:ext cx="12192000" cy="914401"/>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117EC-3D8A-7146-9870-38C87D2CAC02}"/>
              </a:ext>
            </a:extLst>
          </p:cNvPr>
          <p:cNvSpPr>
            <a:spLocks noGrp="1"/>
          </p:cNvSpPr>
          <p:nvPr>
            <p:ph type="title" hasCustomPrompt="1"/>
          </p:nvPr>
        </p:nvSpPr>
        <p:spPr>
          <a:xfrm>
            <a:off x="219474" y="153195"/>
            <a:ext cx="11630279" cy="646331"/>
          </a:xfrm>
          <a:prstGeom prst="rect">
            <a:avLst/>
          </a:prstGeom>
        </p:spPr>
        <p:txBody>
          <a:bodyPr anchor="ctr"/>
          <a:lstStyle>
            <a:lvl1pPr>
              <a:defRPr sz="3600">
                <a:solidFill>
                  <a:schemeClr val="bg1"/>
                </a:solidFill>
              </a:defRPr>
            </a:lvl1pPr>
          </a:lstStyle>
          <a:p>
            <a:r>
              <a:rPr lang="en-US"/>
              <a:t>Headline Goes Here</a:t>
            </a:r>
          </a:p>
        </p:txBody>
      </p:sp>
      <p:pic>
        <p:nvPicPr>
          <p:cNvPr id="16" name="Picture 15">
            <a:extLst>
              <a:ext uri="{FF2B5EF4-FFF2-40B4-BE49-F238E27FC236}">
                <a16:creationId xmlns:a16="http://schemas.microsoft.com/office/drawing/2014/main" id="{F3B2AE57-FDEB-D344-A619-D325E738C4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17" name="Slide Number Placeholder 5">
            <a:extLst>
              <a:ext uri="{FF2B5EF4-FFF2-40B4-BE49-F238E27FC236}">
                <a16:creationId xmlns:a16="http://schemas.microsoft.com/office/drawing/2014/main" id="{2387ABF3-4A6E-D444-AA93-707051BE554B}"/>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rgbClr val="1148C2"/>
                </a:solidFill>
              </a:rPr>
              <a:pPr/>
              <a:t>‹#›</a:t>
            </a:fld>
            <a:endParaRPr lang="en-US">
              <a:solidFill>
                <a:srgbClr val="1148C2"/>
              </a:solidFill>
            </a:endParaRPr>
          </a:p>
        </p:txBody>
      </p:sp>
      <p:cxnSp>
        <p:nvCxnSpPr>
          <p:cNvPr id="18" name="Straight Connector 17">
            <a:extLst>
              <a:ext uri="{FF2B5EF4-FFF2-40B4-BE49-F238E27FC236}">
                <a16:creationId xmlns:a16="http://schemas.microsoft.com/office/drawing/2014/main" id="{C39AA174-E403-7049-BB8F-865D76D5A8E3}"/>
              </a:ext>
            </a:extLst>
          </p:cNvPr>
          <p:cNvCxnSpPr>
            <a:cxnSpLocks/>
          </p:cNvCxnSpPr>
          <p:nvPr userDrawn="1"/>
        </p:nvCxnSpPr>
        <p:spPr>
          <a:xfrm>
            <a:off x="11023374" y="6470650"/>
            <a:ext cx="0" cy="139700"/>
          </a:xfrm>
          <a:prstGeom prst="line">
            <a:avLst/>
          </a:prstGeom>
          <a:ln w="12700">
            <a:solidFill>
              <a:srgbClr val="1148C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99726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02387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userDrawn="1">
  <p:cSld name="Title slide">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25827408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ue_TOC">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FB63E64A-B223-F240-8FDB-BED9E8BE0E57}"/>
              </a:ext>
            </a:extLst>
          </p:cNvPr>
          <p:cNvSpPr/>
          <p:nvPr/>
        </p:nvSpPr>
        <p:spPr>
          <a:xfrm>
            <a:off x="5871626" y="1721080"/>
            <a:ext cx="459896" cy="459896"/>
          </a:xfrm>
          <a:prstGeom prst="ellipse">
            <a:avLst/>
          </a:prstGeom>
          <a:solidFill>
            <a:srgbClr val="BBD9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34C9E51-C89D-1C4A-9772-B8D2AB9E9957}"/>
              </a:ext>
            </a:extLst>
          </p:cNvPr>
          <p:cNvSpPr/>
          <p:nvPr/>
        </p:nvSpPr>
        <p:spPr>
          <a:xfrm>
            <a:off x="9341501" y="1721080"/>
            <a:ext cx="459896" cy="459896"/>
          </a:xfrm>
          <a:prstGeom prst="ellipse">
            <a:avLst/>
          </a:prstGeom>
          <a:solidFill>
            <a:srgbClr val="BBD9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1027EA6-33F4-E24E-B605-7E579E307AA5}"/>
              </a:ext>
            </a:extLst>
          </p:cNvPr>
          <p:cNvSpPr/>
          <p:nvPr/>
        </p:nvSpPr>
        <p:spPr>
          <a:xfrm>
            <a:off x="2377528" y="3961663"/>
            <a:ext cx="459896" cy="459896"/>
          </a:xfrm>
          <a:prstGeom prst="ellipse">
            <a:avLst/>
          </a:prstGeom>
          <a:solidFill>
            <a:srgbClr val="BBD9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F4F51B6-7500-FF4F-80A8-A72E6B5B4CE5}"/>
              </a:ext>
            </a:extLst>
          </p:cNvPr>
          <p:cNvSpPr/>
          <p:nvPr/>
        </p:nvSpPr>
        <p:spPr>
          <a:xfrm>
            <a:off x="5871626" y="3961663"/>
            <a:ext cx="459896" cy="459896"/>
          </a:xfrm>
          <a:prstGeom prst="ellipse">
            <a:avLst/>
          </a:prstGeom>
          <a:solidFill>
            <a:srgbClr val="BBD9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C769506-9483-FB46-9428-1208B4A042BC}"/>
              </a:ext>
            </a:extLst>
          </p:cNvPr>
          <p:cNvSpPr/>
          <p:nvPr/>
        </p:nvSpPr>
        <p:spPr>
          <a:xfrm>
            <a:off x="9341501" y="3961663"/>
            <a:ext cx="459896" cy="459896"/>
          </a:xfrm>
          <a:prstGeom prst="ellipse">
            <a:avLst/>
          </a:prstGeom>
          <a:solidFill>
            <a:srgbClr val="BBD9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1616786A-1B8C-454A-8DC3-D78B318E17AD}"/>
              </a:ext>
            </a:extLst>
          </p:cNvPr>
          <p:cNvSpPr/>
          <p:nvPr/>
        </p:nvSpPr>
        <p:spPr>
          <a:xfrm>
            <a:off x="2377528" y="1721080"/>
            <a:ext cx="459896" cy="459896"/>
          </a:xfrm>
          <a:prstGeom prst="ellipse">
            <a:avLst/>
          </a:prstGeom>
          <a:solidFill>
            <a:srgbClr val="BBD9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 Placeholder 53">
            <a:extLst>
              <a:ext uri="{FF2B5EF4-FFF2-40B4-BE49-F238E27FC236}">
                <a16:creationId xmlns:a16="http://schemas.microsoft.com/office/drawing/2014/main" id="{F3A2C5C5-9FE0-2545-8871-4B4851646F2B}"/>
              </a:ext>
            </a:extLst>
          </p:cNvPr>
          <p:cNvSpPr>
            <a:spLocks noGrp="1"/>
          </p:cNvSpPr>
          <p:nvPr>
            <p:ph type="body" sz="quarter" idx="13" hasCustomPrompt="1"/>
          </p:nvPr>
        </p:nvSpPr>
        <p:spPr>
          <a:xfrm>
            <a:off x="2348769" y="1817714"/>
            <a:ext cx="517411" cy="293117"/>
          </a:xfrm>
          <a:prstGeom prst="rect">
            <a:avLst/>
          </a:prstGeom>
        </p:spPr>
        <p:txBody>
          <a:bodyPr anchor="ctr"/>
          <a:lstStyle>
            <a:lvl1pPr marL="0" indent="0" algn="ctr">
              <a:buNone/>
              <a:defRPr sz="1600" b="1" i="0">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latin typeface="Roboto" panose="02000000000000000000" pitchFamily="2" charset="0"/>
                <a:ea typeface="Roboto" panose="02000000000000000000" pitchFamily="2" charset="0"/>
                <a:cs typeface="Roboto" panose="02000000000000000000" pitchFamily="2" charset="0"/>
              </a:defRPr>
            </a:lvl5pPr>
          </a:lstStyle>
          <a:p>
            <a:pPr lvl="0"/>
            <a:r>
              <a:rPr lang="en-US"/>
              <a:t>1</a:t>
            </a:r>
          </a:p>
        </p:txBody>
      </p:sp>
      <p:sp>
        <p:nvSpPr>
          <p:cNvPr id="55" name="Text Placeholder 53">
            <a:extLst>
              <a:ext uri="{FF2B5EF4-FFF2-40B4-BE49-F238E27FC236}">
                <a16:creationId xmlns:a16="http://schemas.microsoft.com/office/drawing/2014/main" id="{779B5C63-A980-8949-8A68-4BEFCDA1BD05}"/>
              </a:ext>
            </a:extLst>
          </p:cNvPr>
          <p:cNvSpPr>
            <a:spLocks noGrp="1"/>
          </p:cNvSpPr>
          <p:nvPr>
            <p:ph type="body" sz="quarter" idx="14" hasCustomPrompt="1"/>
          </p:nvPr>
        </p:nvSpPr>
        <p:spPr>
          <a:xfrm>
            <a:off x="5840114" y="1817714"/>
            <a:ext cx="517411" cy="293117"/>
          </a:xfrm>
          <a:prstGeom prst="rect">
            <a:avLst/>
          </a:prstGeom>
        </p:spPr>
        <p:txBody>
          <a:bodyPr anchor="ctr"/>
          <a:lstStyle>
            <a:lvl1pPr marL="0" indent="0" algn="ctr">
              <a:buNone/>
              <a:defRPr sz="1600" b="1" i="0">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latin typeface="Roboto" panose="02000000000000000000" pitchFamily="2" charset="0"/>
                <a:ea typeface="Roboto" panose="02000000000000000000" pitchFamily="2" charset="0"/>
                <a:cs typeface="Roboto" panose="02000000000000000000" pitchFamily="2" charset="0"/>
              </a:defRPr>
            </a:lvl5pPr>
          </a:lstStyle>
          <a:p>
            <a:pPr lvl="0"/>
            <a:r>
              <a:rPr lang="en-US"/>
              <a:t>2</a:t>
            </a:r>
          </a:p>
        </p:txBody>
      </p:sp>
      <p:sp>
        <p:nvSpPr>
          <p:cNvPr id="56" name="Text Placeholder 53">
            <a:extLst>
              <a:ext uri="{FF2B5EF4-FFF2-40B4-BE49-F238E27FC236}">
                <a16:creationId xmlns:a16="http://schemas.microsoft.com/office/drawing/2014/main" id="{BAD16EEA-688E-7746-9494-D1BC6AF7ADB9}"/>
              </a:ext>
            </a:extLst>
          </p:cNvPr>
          <p:cNvSpPr>
            <a:spLocks noGrp="1"/>
          </p:cNvSpPr>
          <p:nvPr>
            <p:ph type="body" sz="quarter" idx="15" hasCustomPrompt="1"/>
          </p:nvPr>
        </p:nvSpPr>
        <p:spPr>
          <a:xfrm>
            <a:off x="9314834" y="1817714"/>
            <a:ext cx="517411" cy="293117"/>
          </a:xfrm>
          <a:prstGeom prst="rect">
            <a:avLst/>
          </a:prstGeom>
        </p:spPr>
        <p:txBody>
          <a:bodyPr anchor="ctr"/>
          <a:lstStyle>
            <a:lvl1pPr marL="0" indent="0" algn="ctr">
              <a:buNone/>
              <a:defRPr sz="1600" b="1" i="0">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latin typeface="Roboto" panose="02000000000000000000" pitchFamily="2" charset="0"/>
                <a:ea typeface="Roboto" panose="02000000000000000000" pitchFamily="2" charset="0"/>
                <a:cs typeface="Roboto" panose="02000000000000000000" pitchFamily="2" charset="0"/>
              </a:defRPr>
            </a:lvl5pPr>
          </a:lstStyle>
          <a:p>
            <a:pPr lvl="0"/>
            <a:r>
              <a:rPr lang="en-US"/>
              <a:t>3</a:t>
            </a:r>
          </a:p>
        </p:txBody>
      </p:sp>
      <p:sp>
        <p:nvSpPr>
          <p:cNvPr id="57" name="Text Placeholder 53">
            <a:extLst>
              <a:ext uri="{FF2B5EF4-FFF2-40B4-BE49-F238E27FC236}">
                <a16:creationId xmlns:a16="http://schemas.microsoft.com/office/drawing/2014/main" id="{30DA8E6B-86D7-6A44-B3C0-FC5F04AA3ADD}"/>
              </a:ext>
            </a:extLst>
          </p:cNvPr>
          <p:cNvSpPr>
            <a:spLocks noGrp="1"/>
          </p:cNvSpPr>
          <p:nvPr>
            <p:ph type="body" sz="quarter" idx="16" hasCustomPrompt="1"/>
          </p:nvPr>
        </p:nvSpPr>
        <p:spPr>
          <a:xfrm>
            <a:off x="2348769" y="4053838"/>
            <a:ext cx="517411" cy="293117"/>
          </a:xfrm>
          <a:prstGeom prst="rect">
            <a:avLst/>
          </a:prstGeom>
        </p:spPr>
        <p:txBody>
          <a:bodyPr anchor="ctr"/>
          <a:lstStyle>
            <a:lvl1pPr marL="0" indent="0" algn="ctr">
              <a:buNone/>
              <a:defRPr sz="1600" b="1" i="0">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latin typeface="Roboto" panose="02000000000000000000" pitchFamily="2" charset="0"/>
                <a:ea typeface="Roboto" panose="02000000000000000000" pitchFamily="2" charset="0"/>
                <a:cs typeface="Roboto" panose="02000000000000000000" pitchFamily="2" charset="0"/>
              </a:defRPr>
            </a:lvl5pPr>
          </a:lstStyle>
          <a:p>
            <a:pPr lvl="0"/>
            <a:r>
              <a:rPr lang="en-US"/>
              <a:t>4</a:t>
            </a:r>
          </a:p>
        </p:txBody>
      </p:sp>
      <p:sp>
        <p:nvSpPr>
          <p:cNvPr id="58" name="Text Placeholder 53">
            <a:extLst>
              <a:ext uri="{FF2B5EF4-FFF2-40B4-BE49-F238E27FC236}">
                <a16:creationId xmlns:a16="http://schemas.microsoft.com/office/drawing/2014/main" id="{4F59B83D-1EE1-DF41-B6E3-BDA031FDD40D}"/>
              </a:ext>
            </a:extLst>
          </p:cNvPr>
          <p:cNvSpPr>
            <a:spLocks noGrp="1"/>
          </p:cNvSpPr>
          <p:nvPr>
            <p:ph type="body" sz="quarter" idx="17" hasCustomPrompt="1"/>
          </p:nvPr>
        </p:nvSpPr>
        <p:spPr>
          <a:xfrm>
            <a:off x="5840114" y="4053838"/>
            <a:ext cx="517411" cy="293117"/>
          </a:xfrm>
          <a:prstGeom prst="rect">
            <a:avLst/>
          </a:prstGeom>
        </p:spPr>
        <p:txBody>
          <a:bodyPr anchor="ctr"/>
          <a:lstStyle>
            <a:lvl1pPr marL="0" indent="0" algn="ctr">
              <a:buNone/>
              <a:defRPr sz="1600" b="1" i="0">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latin typeface="Roboto" panose="02000000000000000000" pitchFamily="2" charset="0"/>
                <a:ea typeface="Roboto" panose="02000000000000000000" pitchFamily="2" charset="0"/>
                <a:cs typeface="Roboto" panose="02000000000000000000" pitchFamily="2" charset="0"/>
              </a:defRPr>
            </a:lvl5pPr>
          </a:lstStyle>
          <a:p>
            <a:pPr lvl="0"/>
            <a:r>
              <a:rPr lang="en-US"/>
              <a:t>5</a:t>
            </a:r>
          </a:p>
        </p:txBody>
      </p:sp>
      <p:sp>
        <p:nvSpPr>
          <p:cNvPr id="59" name="Text Placeholder 53">
            <a:extLst>
              <a:ext uri="{FF2B5EF4-FFF2-40B4-BE49-F238E27FC236}">
                <a16:creationId xmlns:a16="http://schemas.microsoft.com/office/drawing/2014/main" id="{B073BF63-690B-5F4F-9B97-98E4699EA7D8}"/>
              </a:ext>
            </a:extLst>
          </p:cNvPr>
          <p:cNvSpPr>
            <a:spLocks noGrp="1"/>
          </p:cNvSpPr>
          <p:nvPr>
            <p:ph type="body" sz="quarter" idx="18" hasCustomPrompt="1"/>
          </p:nvPr>
        </p:nvSpPr>
        <p:spPr>
          <a:xfrm>
            <a:off x="9314834" y="4053838"/>
            <a:ext cx="517411" cy="293117"/>
          </a:xfrm>
          <a:prstGeom prst="rect">
            <a:avLst/>
          </a:prstGeom>
        </p:spPr>
        <p:txBody>
          <a:bodyPr anchor="ctr"/>
          <a:lstStyle>
            <a:lvl1pPr marL="0" indent="0" algn="ctr">
              <a:buNone/>
              <a:defRPr sz="1600" b="1" i="0">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latin typeface="Roboto" panose="02000000000000000000" pitchFamily="2" charset="0"/>
                <a:ea typeface="Roboto" panose="02000000000000000000" pitchFamily="2" charset="0"/>
                <a:cs typeface="Roboto" panose="02000000000000000000" pitchFamily="2" charset="0"/>
              </a:defRPr>
            </a:lvl5pPr>
          </a:lstStyle>
          <a:p>
            <a:pPr lvl="0"/>
            <a:r>
              <a:rPr lang="en-US"/>
              <a:t>6</a:t>
            </a:r>
          </a:p>
        </p:txBody>
      </p:sp>
      <p:sp>
        <p:nvSpPr>
          <p:cNvPr id="50" name="Text Placeholder 49">
            <a:extLst>
              <a:ext uri="{FF2B5EF4-FFF2-40B4-BE49-F238E27FC236}">
                <a16:creationId xmlns:a16="http://schemas.microsoft.com/office/drawing/2014/main" id="{EF60200D-EAFC-AD4F-9D8A-B511B8CEFC57}"/>
              </a:ext>
            </a:extLst>
          </p:cNvPr>
          <p:cNvSpPr>
            <a:spLocks noGrp="1"/>
          </p:cNvSpPr>
          <p:nvPr>
            <p:ph type="body" sz="quarter" idx="11" hasCustomPrompt="1"/>
          </p:nvPr>
        </p:nvSpPr>
        <p:spPr>
          <a:xfrm>
            <a:off x="1660114" y="2278208"/>
            <a:ext cx="1911350" cy="266930"/>
          </a:xfrm>
          <a:prstGeom prst="rect">
            <a:avLst/>
          </a:prstGeom>
        </p:spPr>
        <p:txBody>
          <a:bodyPr/>
          <a:lstStyle>
            <a:lvl1pPr marL="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Short Headline</a:t>
            </a:r>
          </a:p>
        </p:txBody>
      </p:sp>
      <p:sp>
        <p:nvSpPr>
          <p:cNvPr id="52" name="Text Placeholder 51">
            <a:extLst>
              <a:ext uri="{FF2B5EF4-FFF2-40B4-BE49-F238E27FC236}">
                <a16:creationId xmlns:a16="http://schemas.microsoft.com/office/drawing/2014/main" id="{57D8CED9-B9A3-3F4C-83ED-1B9A948C7F58}"/>
              </a:ext>
            </a:extLst>
          </p:cNvPr>
          <p:cNvSpPr>
            <a:spLocks noGrp="1"/>
          </p:cNvSpPr>
          <p:nvPr>
            <p:ph type="body" sz="quarter" idx="12" hasCustomPrompt="1"/>
          </p:nvPr>
        </p:nvSpPr>
        <p:spPr>
          <a:xfrm>
            <a:off x="1466237" y="2515517"/>
            <a:ext cx="2299103" cy="857076"/>
          </a:xfrm>
          <a:prstGeom prst="rect">
            <a:avLst/>
          </a:prstGeom>
        </p:spPr>
        <p:txBody>
          <a:bodyPr/>
          <a:lstStyle>
            <a:lvl1pPr marL="0" indent="0" algn="ctr">
              <a:lnSpc>
                <a:spcPct val="100000"/>
              </a:lnSpc>
              <a:buNone/>
              <a:defRPr sz="1200">
                <a:solidFill>
                  <a:schemeClr val="bg1"/>
                </a:solidFill>
              </a:defRPr>
            </a:lvl1pPr>
            <a:lvl2pPr marL="457200" indent="0" algn="ctr">
              <a:buNone/>
              <a:defRPr sz="1200">
                <a:solidFill>
                  <a:schemeClr val="bg1"/>
                </a:solidFill>
              </a:defRPr>
            </a:lvl2pPr>
            <a:lvl3pPr marL="914400" indent="0" algn="ctr">
              <a:buNone/>
              <a:defRPr sz="1200">
                <a:solidFill>
                  <a:schemeClr val="bg1"/>
                </a:solidFill>
              </a:defRPr>
            </a:lvl3pPr>
            <a:lvl4pPr marL="1371600" indent="0" algn="ctr">
              <a:buNone/>
              <a:defRPr sz="1200">
                <a:solidFill>
                  <a:schemeClr val="bg1"/>
                </a:solidFill>
              </a:defRPr>
            </a:lvl4pPr>
            <a:lvl5pPr marL="1828800" indent="0" algn="ctr">
              <a:buNone/>
              <a:defRPr sz="1200">
                <a:solidFill>
                  <a:schemeClr val="bg1"/>
                </a:solidFill>
              </a:defRPr>
            </a:lvl5pPr>
          </a:lstStyle>
          <a:p>
            <a:pPr lvl="0"/>
            <a:r>
              <a:rPr lang="en-US"/>
              <a:t>Here’s information about the slide. Just a quick summary of what’s to come.</a:t>
            </a:r>
          </a:p>
        </p:txBody>
      </p:sp>
      <p:sp>
        <p:nvSpPr>
          <p:cNvPr id="48" name="Text Placeholder 47">
            <a:extLst>
              <a:ext uri="{FF2B5EF4-FFF2-40B4-BE49-F238E27FC236}">
                <a16:creationId xmlns:a16="http://schemas.microsoft.com/office/drawing/2014/main" id="{151E6B78-9AF9-6D42-86F7-FB4722DEF20C}"/>
              </a:ext>
            </a:extLst>
          </p:cNvPr>
          <p:cNvSpPr>
            <a:spLocks noGrp="1"/>
          </p:cNvSpPr>
          <p:nvPr>
            <p:ph type="body" sz="quarter" idx="10" hasCustomPrompt="1"/>
          </p:nvPr>
        </p:nvSpPr>
        <p:spPr>
          <a:xfrm>
            <a:off x="517496" y="453943"/>
            <a:ext cx="7846755" cy="594355"/>
          </a:xfrm>
          <a:prstGeom prst="rect">
            <a:avLst/>
          </a:prstGeom>
        </p:spPr>
        <p:txBody>
          <a:bodyPr/>
          <a:lstStyle>
            <a:lvl1pPr marL="0" indent="0">
              <a:buNone/>
              <a:defRPr sz="36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3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buNone/>
              <a:defRPr sz="3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buNone/>
              <a:defRPr sz="3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buNone/>
              <a:defRPr sz="3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Table of Contents</a:t>
            </a:r>
          </a:p>
        </p:txBody>
      </p:sp>
      <p:sp>
        <p:nvSpPr>
          <p:cNvPr id="8" name="Slide Number Placeholder 5">
            <a:extLst>
              <a:ext uri="{FF2B5EF4-FFF2-40B4-BE49-F238E27FC236}">
                <a16:creationId xmlns:a16="http://schemas.microsoft.com/office/drawing/2014/main" id="{5E402808-8216-8141-8DFE-842C375C9BB7}"/>
              </a:ext>
            </a:extLst>
          </p:cNvPr>
          <p:cNvSpPr>
            <a:spLocks noGrp="1"/>
          </p:cNvSpPr>
          <p:nvPr>
            <p:ph type="sldNum" sz="quarter" idx="4294967295"/>
          </p:nvPr>
        </p:nvSpPr>
        <p:spPr>
          <a:xfrm>
            <a:off x="10279737" y="6400039"/>
            <a:ext cx="722630" cy="27682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DBD5050C-AA03-7C4B-BAB2-B82E960585A0}" type="slidenum">
              <a:rPr lang="en-US" smtClean="0">
                <a:solidFill>
                  <a:schemeClr val="bg1"/>
                </a:solidFill>
              </a:rPr>
              <a:pPr/>
              <a:t>‹#›</a:t>
            </a:fld>
            <a:endParaRPr lang="en-US">
              <a:solidFill>
                <a:schemeClr val="bg1"/>
              </a:solidFill>
            </a:endParaRPr>
          </a:p>
        </p:txBody>
      </p:sp>
      <p:pic>
        <p:nvPicPr>
          <p:cNvPr id="9" name="Picture 8">
            <a:extLst>
              <a:ext uri="{FF2B5EF4-FFF2-40B4-BE49-F238E27FC236}">
                <a16:creationId xmlns:a16="http://schemas.microsoft.com/office/drawing/2014/main" id="{68B8A345-C296-6E49-AC74-926B7BE288F5}"/>
              </a:ext>
            </a:extLst>
          </p:cNvPr>
          <p:cNvPicPr>
            <a:picLocks noChangeAspect="1"/>
          </p:cNvPicPr>
          <p:nvPr userDrawn="1"/>
        </p:nvPicPr>
        <p:blipFill>
          <a:blip r:embed="rId2"/>
          <a:stretch>
            <a:fillRect/>
          </a:stretch>
        </p:blipFill>
        <p:spPr>
          <a:xfrm rot="4685865">
            <a:off x="-886301" y="5087212"/>
            <a:ext cx="4013851" cy="3881162"/>
          </a:xfrm>
          <a:prstGeom prst="rect">
            <a:avLst/>
          </a:prstGeom>
        </p:spPr>
      </p:pic>
      <p:pic>
        <p:nvPicPr>
          <p:cNvPr id="10" name="Picture 9">
            <a:extLst>
              <a:ext uri="{FF2B5EF4-FFF2-40B4-BE49-F238E27FC236}">
                <a16:creationId xmlns:a16="http://schemas.microsoft.com/office/drawing/2014/main" id="{26914563-D4B3-2540-9CA8-A48A7058B8F9}"/>
              </a:ext>
            </a:extLst>
          </p:cNvPr>
          <p:cNvPicPr>
            <a:picLocks noChangeAspect="1"/>
          </p:cNvPicPr>
          <p:nvPr userDrawn="1"/>
        </p:nvPicPr>
        <p:blipFill>
          <a:blip r:embed="rId3"/>
          <a:stretch>
            <a:fillRect/>
          </a:stretch>
        </p:blipFill>
        <p:spPr>
          <a:xfrm rot="2409475">
            <a:off x="9576073" y="-1366639"/>
            <a:ext cx="3108011" cy="3170172"/>
          </a:xfrm>
          <a:prstGeom prst="rect">
            <a:avLst/>
          </a:prstGeom>
        </p:spPr>
      </p:pic>
      <p:sp>
        <p:nvSpPr>
          <p:cNvPr id="60" name="Text Placeholder 49">
            <a:extLst>
              <a:ext uri="{FF2B5EF4-FFF2-40B4-BE49-F238E27FC236}">
                <a16:creationId xmlns:a16="http://schemas.microsoft.com/office/drawing/2014/main" id="{6823FF59-77D3-0F47-8A9C-E01748FE8C88}"/>
              </a:ext>
            </a:extLst>
          </p:cNvPr>
          <p:cNvSpPr>
            <a:spLocks noGrp="1"/>
          </p:cNvSpPr>
          <p:nvPr>
            <p:ph type="body" sz="quarter" idx="19" hasCustomPrompt="1"/>
          </p:nvPr>
        </p:nvSpPr>
        <p:spPr>
          <a:xfrm>
            <a:off x="5151461" y="2278208"/>
            <a:ext cx="1911350" cy="266930"/>
          </a:xfrm>
          <a:prstGeom prst="rect">
            <a:avLst/>
          </a:prstGeom>
        </p:spPr>
        <p:txBody>
          <a:bodyPr/>
          <a:lstStyle>
            <a:lvl1pPr marL="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Short Headline</a:t>
            </a:r>
          </a:p>
        </p:txBody>
      </p:sp>
      <p:sp>
        <p:nvSpPr>
          <p:cNvPr id="61" name="Text Placeholder 51">
            <a:extLst>
              <a:ext uri="{FF2B5EF4-FFF2-40B4-BE49-F238E27FC236}">
                <a16:creationId xmlns:a16="http://schemas.microsoft.com/office/drawing/2014/main" id="{6730F1EE-15AD-5246-BCB1-87BB3BCED500}"/>
              </a:ext>
            </a:extLst>
          </p:cNvPr>
          <p:cNvSpPr>
            <a:spLocks noGrp="1"/>
          </p:cNvSpPr>
          <p:nvPr>
            <p:ph type="body" sz="quarter" idx="20" hasCustomPrompt="1"/>
          </p:nvPr>
        </p:nvSpPr>
        <p:spPr>
          <a:xfrm>
            <a:off x="4957584" y="2515517"/>
            <a:ext cx="2299103" cy="857076"/>
          </a:xfrm>
          <a:prstGeom prst="rect">
            <a:avLst/>
          </a:prstGeom>
        </p:spPr>
        <p:txBody>
          <a:bodyPr/>
          <a:lstStyle>
            <a:lvl1pPr marL="0" indent="0" algn="ctr">
              <a:lnSpc>
                <a:spcPct val="100000"/>
              </a:lnSpc>
              <a:buNone/>
              <a:defRPr sz="1200">
                <a:solidFill>
                  <a:schemeClr val="bg1"/>
                </a:solidFill>
              </a:defRPr>
            </a:lvl1pPr>
            <a:lvl2pPr marL="457200" indent="0" algn="ctr">
              <a:buNone/>
              <a:defRPr sz="1200">
                <a:solidFill>
                  <a:schemeClr val="bg1"/>
                </a:solidFill>
              </a:defRPr>
            </a:lvl2pPr>
            <a:lvl3pPr marL="914400" indent="0" algn="ctr">
              <a:buNone/>
              <a:defRPr sz="1200">
                <a:solidFill>
                  <a:schemeClr val="bg1"/>
                </a:solidFill>
              </a:defRPr>
            </a:lvl3pPr>
            <a:lvl4pPr marL="1371600" indent="0" algn="ctr">
              <a:buNone/>
              <a:defRPr sz="1200">
                <a:solidFill>
                  <a:schemeClr val="bg1"/>
                </a:solidFill>
              </a:defRPr>
            </a:lvl4pPr>
            <a:lvl5pPr marL="1828800" indent="0" algn="ctr">
              <a:buNone/>
              <a:defRPr sz="1200">
                <a:solidFill>
                  <a:schemeClr val="bg1"/>
                </a:solidFill>
              </a:defRPr>
            </a:lvl5pPr>
          </a:lstStyle>
          <a:p>
            <a:pPr lvl="0"/>
            <a:r>
              <a:rPr lang="en-US"/>
              <a:t>Here’s information about the slide. Just a quick summary of what’s to come.</a:t>
            </a:r>
          </a:p>
        </p:txBody>
      </p:sp>
      <p:sp>
        <p:nvSpPr>
          <p:cNvPr id="62" name="Text Placeholder 49">
            <a:extLst>
              <a:ext uri="{FF2B5EF4-FFF2-40B4-BE49-F238E27FC236}">
                <a16:creationId xmlns:a16="http://schemas.microsoft.com/office/drawing/2014/main" id="{174ED289-A254-CB43-844B-5842816287C3}"/>
              </a:ext>
            </a:extLst>
          </p:cNvPr>
          <p:cNvSpPr>
            <a:spLocks noGrp="1"/>
          </p:cNvSpPr>
          <p:nvPr>
            <p:ph type="body" sz="quarter" idx="21" hasCustomPrompt="1"/>
          </p:nvPr>
        </p:nvSpPr>
        <p:spPr>
          <a:xfrm>
            <a:off x="8626183" y="2278208"/>
            <a:ext cx="1911350" cy="266930"/>
          </a:xfrm>
          <a:prstGeom prst="rect">
            <a:avLst/>
          </a:prstGeom>
        </p:spPr>
        <p:txBody>
          <a:bodyPr/>
          <a:lstStyle>
            <a:lvl1pPr marL="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Short Headline</a:t>
            </a:r>
          </a:p>
        </p:txBody>
      </p:sp>
      <p:sp>
        <p:nvSpPr>
          <p:cNvPr id="63" name="Text Placeholder 51">
            <a:extLst>
              <a:ext uri="{FF2B5EF4-FFF2-40B4-BE49-F238E27FC236}">
                <a16:creationId xmlns:a16="http://schemas.microsoft.com/office/drawing/2014/main" id="{53C1FA00-43F6-EF4B-A71D-9DE19FAD2160}"/>
              </a:ext>
            </a:extLst>
          </p:cNvPr>
          <p:cNvSpPr>
            <a:spLocks noGrp="1"/>
          </p:cNvSpPr>
          <p:nvPr>
            <p:ph type="body" sz="quarter" idx="22" hasCustomPrompt="1"/>
          </p:nvPr>
        </p:nvSpPr>
        <p:spPr>
          <a:xfrm>
            <a:off x="8432306" y="2515517"/>
            <a:ext cx="2299103" cy="857076"/>
          </a:xfrm>
          <a:prstGeom prst="rect">
            <a:avLst/>
          </a:prstGeom>
        </p:spPr>
        <p:txBody>
          <a:bodyPr/>
          <a:lstStyle>
            <a:lvl1pPr marL="0" indent="0" algn="ctr">
              <a:lnSpc>
                <a:spcPct val="100000"/>
              </a:lnSpc>
              <a:buNone/>
              <a:defRPr sz="1200">
                <a:solidFill>
                  <a:schemeClr val="bg1"/>
                </a:solidFill>
              </a:defRPr>
            </a:lvl1pPr>
            <a:lvl2pPr marL="457200" indent="0" algn="ctr">
              <a:buNone/>
              <a:defRPr sz="1200">
                <a:solidFill>
                  <a:schemeClr val="bg1"/>
                </a:solidFill>
              </a:defRPr>
            </a:lvl2pPr>
            <a:lvl3pPr marL="914400" indent="0" algn="ctr">
              <a:buNone/>
              <a:defRPr sz="1200">
                <a:solidFill>
                  <a:schemeClr val="bg1"/>
                </a:solidFill>
              </a:defRPr>
            </a:lvl3pPr>
            <a:lvl4pPr marL="1371600" indent="0" algn="ctr">
              <a:buNone/>
              <a:defRPr sz="1200">
                <a:solidFill>
                  <a:schemeClr val="bg1"/>
                </a:solidFill>
              </a:defRPr>
            </a:lvl4pPr>
            <a:lvl5pPr marL="1828800" indent="0" algn="ctr">
              <a:buNone/>
              <a:defRPr sz="1200">
                <a:solidFill>
                  <a:schemeClr val="bg1"/>
                </a:solidFill>
              </a:defRPr>
            </a:lvl5pPr>
          </a:lstStyle>
          <a:p>
            <a:pPr lvl="0"/>
            <a:r>
              <a:rPr lang="en-US"/>
              <a:t>Here’s information about the slide. Just a quick summary of what’s to come.</a:t>
            </a:r>
          </a:p>
        </p:txBody>
      </p:sp>
      <p:sp>
        <p:nvSpPr>
          <p:cNvPr id="64" name="Text Placeholder 49">
            <a:extLst>
              <a:ext uri="{FF2B5EF4-FFF2-40B4-BE49-F238E27FC236}">
                <a16:creationId xmlns:a16="http://schemas.microsoft.com/office/drawing/2014/main" id="{7FAF5EB6-A019-F147-9939-8A7F15E02A5F}"/>
              </a:ext>
            </a:extLst>
          </p:cNvPr>
          <p:cNvSpPr>
            <a:spLocks noGrp="1"/>
          </p:cNvSpPr>
          <p:nvPr>
            <p:ph type="body" sz="quarter" idx="23" hasCustomPrompt="1"/>
          </p:nvPr>
        </p:nvSpPr>
        <p:spPr>
          <a:xfrm>
            <a:off x="1660114" y="4530958"/>
            <a:ext cx="1911350" cy="266930"/>
          </a:xfrm>
          <a:prstGeom prst="rect">
            <a:avLst/>
          </a:prstGeom>
        </p:spPr>
        <p:txBody>
          <a:bodyPr/>
          <a:lstStyle>
            <a:lvl1pPr marL="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Short Headline</a:t>
            </a:r>
          </a:p>
        </p:txBody>
      </p:sp>
      <p:sp>
        <p:nvSpPr>
          <p:cNvPr id="65" name="Text Placeholder 51">
            <a:extLst>
              <a:ext uri="{FF2B5EF4-FFF2-40B4-BE49-F238E27FC236}">
                <a16:creationId xmlns:a16="http://schemas.microsoft.com/office/drawing/2014/main" id="{45269A0E-1D8F-8342-951F-8FE88B198D7A}"/>
              </a:ext>
            </a:extLst>
          </p:cNvPr>
          <p:cNvSpPr>
            <a:spLocks noGrp="1"/>
          </p:cNvSpPr>
          <p:nvPr>
            <p:ph type="body" sz="quarter" idx="24" hasCustomPrompt="1"/>
          </p:nvPr>
        </p:nvSpPr>
        <p:spPr>
          <a:xfrm>
            <a:off x="1466237" y="4768267"/>
            <a:ext cx="2299103" cy="857076"/>
          </a:xfrm>
          <a:prstGeom prst="rect">
            <a:avLst/>
          </a:prstGeom>
        </p:spPr>
        <p:txBody>
          <a:bodyPr/>
          <a:lstStyle>
            <a:lvl1pPr marL="0" indent="0" algn="ctr">
              <a:lnSpc>
                <a:spcPct val="100000"/>
              </a:lnSpc>
              <a:buNone/>
              <a:defRPr sz="1200">
                <a:solidFill>
                  <a:schemeClr val="bg1"/>
                </a:solidFill>
              </a:defRPr>
            </a:lvl1pPr>
            <a:lvl2pPr marL="457200" indent="0" algn="ctr">
              <a:buNone/>
              <a:defRPr sz="1200">
                <a:solidFill>
                  <a:schemeClr val="bg1"/>
                </a:solidFill>
              </a:defRPr>
            </a:lvl2pPr>
            <a:lvl3pPr marL="914400" indent="0" algn="ctr">
              <a:buNone/>
              <a:defRPr sz="1200">
                <a:solidFill>
                  <a:schemeClr val="bg1"/>
                </a:solidFill>
              </a:defRPr>
            </a:lvl3pPr>
            <a:lvl4pPr marL="1371600" indent="0" algn="ctr">
              <a:buNone/>
              <a:defRPr sz="1200">
                <a:solidFill>
                  <a:schemeClr val="bg1"/>
                </a:solidFill>
              </a:defRPr>
            </a:lvl4pPr>
            <a:lvl5pPr marL="1828800" indent="0" algn="ctr">
              <a:buNone/>
              <a:defRPr sz="1200">
                <a:solidFill>
                  <a:schemeClr val="bg1"/>
                </a:solidFill>
              </a:defRPr>
            </a:lvl5pPr>
          </a:lstStyle>
          <a:p>
            <a:pPr lvl="0"/>
            <a:r>
              <a:rPr lang="en-US"/>
              <a:t>Here’s information about the slide. Just a quick summary of what’s to come.</a:t>
            </a:r>
          </a:p>
        </p:txBody>
      </p:sp>
      <p:sp>
        <p:nvSpPr>
          <p:cNvPr id="66" name="Text Placeholder 49">
            <a:extLst>
              <a:ext uri="{FF2B5EF4-FFF2-40B4-BE49-F238E27FC236}">
                <a16:creationId xmlns:a16="http://schemas.microsoft.com/office/drawing/2014/main" id="{80BC6162-6BB3-034D-9E2D-E4A014B8745F}"/>
              </a:ext>
            </a:extLst>
          </p:cNvPr>
          <p:cNvSpPr>
            <a:spLocks noGrp="1"/>
          </p:cNvSpPr>
          <p:nvPr>
            <p:ph type="body" sz="quarter" idx="25" hasCustomPrompt="1"/>
          </p:nvPr>
        </p:nvSpPr>
        <p:spPr>
          <a:xfrm>
            <a:off x="5151461" y="4530958"/>
            <a:ext cx="1911350" cy="266930"/>
          </a:xfrm>
          <a:prstGeom prst="rect">
            <a:avLst/>
          </a:prstGeom>
        </p:spPr>
        <p:txBody>
          <a:bodyPr/>
          <a:lstStyle>
            <a:lvl1pPr marL="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Short Headline</a:t>
            </a:r>
          </a:p>
        </p:txBody>
      </p:sp>
      <p:sp>
        <p:nvSpPr>
          <p:cNvPr id="67" name="Text Placeholder 51">
            <a:extLst>
              <a:ext uri="{FF2B5EF4-FFF2-40B4-BE49-F238E27FC236}">
                <a16:creationId xmlns:a16="http://schemas.microsoft.com/office/drawing/2014/main" id="{2FE61C18-FF46-634E-880E-D61EAC87F114}"/>
              </a:ext>
            </a:extLst>
          </p:cNvPr>
          <p:cNvSpPr>
            <a:spLocks noGrp="1"/>
          </p:cNvSpPr>
          <p:nvPr>
            <p:ph type="body" sz="quarter" idx="26" hasCustomPrompt="1"/>
          </p:nvPr>
        </p:nvSpPr>
        <p:spPr>
          <a:xfrm>
            <a:off x="4957584" y="4768267"/>
            <a:ext cx="2299103" cy="857076"/>
          </a:xfrm>
          <a:prstGeom prst="rect">
            <a:avLst/>
          </a:prstGeom>
        </p:spPr>
        <p:txBody>
          <a:bodyPr/>
          <a:lstStyle>
            <a:lvl1pPr marL="0" indent="0" algn="ctr">
              <a:lnSpc>
                <a:spcPct val="100000"/>
              </a:lnSpc>
              <a:buNone/>
              <a:defRPr sz="1200">
                <a:solidFill>
                  <a:schemeClr val="bg1"/>
                </a:solidFill>
              </a:defRPr>
            </a:lvl1pPr>
            <a:lvl2pPr marL="457200" indent="0" algn="ctr">
              <a:buNone/>
              <a:defRPr sz="1200">
                <a:solidFill>
                  <a:schemeClr val="bg1"/>
                </a:solidFill>
              </a:defRPr>
            </a:lvl2pPr>
            <a:lvl3pPr marL="914400" indent="0" algn="ctr">
              <a:buNone/>
              <a:defRPr sz="1200">
                <a:solidFill>
                  <a:schemeClr val="bg1"/>
                </a:solidFill>
              </a:defRPr>
            </a:lvl3pPr>
            <a:lvl4pPr marL="1371600" indent="0" algn="ctr">
              <a:buNone/>
              <a:defRPr sz="1200">
                <a:solidFill>
                  <a:schemeClr val="bg1"/>
                </a:solidFill>
              </a:defRPr>
            </a:lvl4pPr>
            <a:lvl5pPr marL="1828800" indent="0" algn="ctr">
              <a:buNone/>
              <a:defRPr sz="1200">
                <a:solidFill>
                  <a:schemeClr val="bg1"/>
                </a:solidFill>
              </a:defRPr>
            </a:lvl5pPr>
          </a:lstStyle>
          <a:p>
            <a:pPr lvl="0"/>
            <a:r>
              <a:rPr lang="en-US"/>
              <a:t>Here’s information about the slide. Just a quick summary of what’s to come.</a:t>
            </a:r>
          </a:p>
        </p:txBody>
      </p:sp>
      <p:sp>
        <p:nvSpPr>
          <p:cNvPr id="68" name="Text Placeholder 49">
            <a:extLst>
              <a:ext uri="{FF2B5EF4-FFF2-40B4-BE49-F238E27FC236}">
                <a16:creationId xmlns:a16="http://schemas.microsoft.com/office/drawing/2014/main" id="{38160C8B-FDC7-0D48-95F4-E56963A8B2DB}"/>
              </a:ext>
            </a:extLst>
          </p:cNvPr>
          <p:cNvSpPr>
            <a:spLocks noGrp="1"/>
          </p:cNvSpPr>
          <p:nvPr>
            <p:ph type="body" sz="quarter" idx="27" hasCustomPrompt="1"/>
          </p:nvPr>
        </p:nvSpPr>
        <p:spPr>
          <a:xfrm>
            <a:off x="8626183" y="4530958"/>
            <a:ext cx="1911350" cy="266930"/>
          </a:xfrm>
          <a:prstGeom prst="rect">
            <a:avLst/>
          </a:prstGeom>
        </p:spPr>
        <p:txBody>
          <a:bodyPr/>
          <a:lstStyle>
            <a:lvl1pPr marL="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Short Headline</a:t>
            </a:r>
          </a:p>
        </p:txBody>
      </p:sp>
      <p:sp>
        <p:nvSpPr>
          <p:cNvPr id="69" name="Text Placeholder 51">
            <a:extLst>
              <a:ext uri="{FF2B5EF4-FFF2-40B4-BE49-F238E27FC236}">
                <a16:creationId xmlns:a16="http://schemas.microsoft.com/office/drawing/2014/main" id="{5598863C-F1BB-8443-A8A3-866CAB13B1B2}"/>
              </a:ext>
            </a:extLst>
          </p:cNvPr>
          <p:cNvSpPr>
            <a:spLocks noGrp="1"/>
          </p:cNvSpPr>
          <p:nvPr>
            <p:ph type="body" sz="quarter" idx="28" hasCustomPrompt="1"/>
          </p:nvPr>
        </p:nvSpPr>
        <p:spPr>
          <a:xfrm>
            <a:off x="8432306" y="4768267"/>
            <a:ext cx="2299103" cy="857076"/>
          </a:xfrm>
          <a:prstGeom prst="rect">
            <a:avLst/>
          </a:prstGeom>
        </p:spPr>
        <p:txBody>
          <a:bodyPr/>
          <a:lstStyle>
            <a:lvl1pPr marL="0" indent="0" algn="ctr">
              <a:lnSpc>
                <a:spcPct val="100000"/>
              </a:lnSpc>
              <a:buNone/>
              <a:defRPr sz="1200">
                <a:solidFill>
                  <a:schemeClr val="bg1"/>
                </a:solidFill>
              </a:defRPr>
            </a:lvl1pPr>
            <a:lvl2pPr marL="457200" indent="0" algn="ctr">
              <a:buNone/>
              <a:defRPr sz="1200">
                <a:solidFill>
                  <a:schemeClr val="bg1"/>
                </a:solidFill>
              </a:defRPr>
            </a:lvl2pPr>
            <a:lvl3pPr marL="914400" indent="0" algn="ctr">
              <a:buNone/>
              <a:defRPr sz="1200">
                <a:solidFill>
                  <a:schemeClr val="bg1"/>
                </a:solidFill>
              </a:defRPr>
            </a:lvl3pPr>
            <a:lvl4pPr marL="1371600" indent="0" algn="ctr">
              <a:buNone/>
              <a:defRPr sz="1200">
                <a:solidFill>
                  <a:schemeClr val="bg1"/>
                </a:solidFill>
              </a:defRPr>
            </a:lvl4pPr>
            <a:lvl5pPr marL="1828800" indent="0" algn="ctr">
              <a:buNone/>
              <a:defRPr sz="1200">
                <a:solidFill>
                  <a:schemeClr val="bg1"/>
                </a:solidFill>
              </a:defRPr>
            </a:lvl5pPr>
          </a:lstStyle>
          <a:p>
            <a:pPr lvl="0"/>
            <a:r>
              <a:rPr lang="en-US"/>
              <a:t>Here’s information about the slide. Just a quick summary of what’s to come.</a:t>
            </a:r>
          </a:p>
        </p:txBody>
      </p:sp>
    </p:spTree>
    <p:extLst>
      <p:ext uri="{BB962C8B-B14F-4D97-AF65-F5344CB8AC3E}">
        <p14:creationId xmlns:p14="http://schemas.microsoft.com/office/powerpoint/2010/main" val="16869796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hoto_TOC_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9BC136-B4BD-E442-A1BE-FD54ED1CD96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1747"/>
          <a:stretch/>
        </p:blipFill>
        <p:spPr>
          <a:xfrm>
            <a:off x="0" y="0"/>
            <a:ext cx="9179508" cy="6868221"/>
          </a:xfrm>
          <a:prstGeom prst="rect">
            <a:avLst/>
          </a:prstGeom>
        </p:spPr>
      </p:pic>
      <p:pic>
        <p:nvPicPr>
          <p:cNvPr id="6" name="Picture 5">
            <a:extLst>
              <a:ext uri="{FF2B5EF4-FFF2-40B4-BE49-F238E27FC236}">
                <a16:creationId xmlns:a16="http://schemas.microsoft.com/office/drawing/2014/main" id="{FA7FBC22-07CF-5146-A635-DA6E3EB65E29}"/>
              </a:ext>
            </a:extLst>
          </p:cNvPr>
          <p:cNvPicPr>
            <a:picLocks noChangeAspect="1"/>
          </p:cNvPicPr>
          <p:nvPr userDrawn="1"/>
        </p:nvPicPr>
        <p:blipFill>
          <a:blip r:embed="rId3"/>
          <a:stretch>
            <a:fillRect/>
          </a:stretch>
        </p:blipFill>
        <p:spPr>
          <a:xfrm rot="19096343">
            <a:off x="4907662" y="-604490"/>
            <a:ext cx="7850766" cy="7591236"/>
          </a:xfrm>
          <a:prstGeom prst="rect">
            <a:avLst/>
          </a:prstGeom>
        </p:spPr>
      </p:pic>
      <p:sp>
        <p:nvSpPr>
          <p:cNvPr id="43" name="Text Placeholder 49">
            <a:extLst>
              <a:ext uri="{FF2B5EF4-FFF2-40B4-BE49-F238E27FC236}">
                <a16:creationId xmlns:a16="http://schemas.microsoft.com/office/drawing/2014/main" id="{808D3B48-9FD3-E64D-BDA1-2E0FE300660C}"/>
              </a:ext>
            </a:extLst>
          </p:cNvPr>
          <p:cNvSpPr>
            <a:spLocks noGrp="1"/>
          </p:cNvSpPr>
          <p:nvPr>
            <p:ph type="body" sz="quarter" idx="16" hasCustomPrompt="1"/>
          </p:nvPr>
        </p:nvSpPr>
        <p:spPr>
          <a:xfrm>
            <a:off x="8598220" y="1310631"/>
            <a:ext cx="2299103" cy="266930"/>
          </a:xfrm>
          <a:prstGeom prst="rect">
            <a:avLst/>
          </a:prstGeom>
        </p:spPr>
        <p:txBody>
          <a:bodyPr/>
          <a:lstStyle>
            <a:lvl1pPr marL="0" indent="0" algn="l">
              <a:buNone/>
              <a:defRPr sz="1600" b="1" i="0">
                <a:solidFill>
                  <a:srgbClr val="BBD9F2"/>
                </a:solidFill>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Short Headline</a:t>
            </a:r>
          </a:p>
        </p:txBody>
      </p:sp>
      <p:sp>
        <p:nvSpPr>
          <p:cNvPr id="44" name="Text Placeholder 51">
            <a:extLst>
              <a:ext uri="{FF2B5EF4-FFF2-40B4-BE49-F238E27FC236}">
                <a16:creationId xmlns:a16="http://schemas.microsoft.com/office/drawing/2014/main" id="{4C4561E0-3E9E-6D4A-962C-4D58E849A7D4}"/>
              </a:ext>
            </a:extLst>
          </p:cNvPr>
          <p:cNvSpPr>
            <a:spLocks noGrp="1"/>
          </p:cNvSpPr>
          <p:nvPr>
            <p:ph type="body" sz="quarter" idx="17" hasCustomPrompt="1"/>
          </p:nvPr>
        </p:nvSpPr>
        <p:spPr>
          <a:xfrm>
            <a:off x="8598221" y="1539627"/>
            <a:ext cx="2299103" cy="663556"/>
          </a:xfrm>
          <a:prstGeom prst="rect">
            <a:avLst/>
          </a:prstGeom>
        </p:spPr>
        <p:txBody>
          <a:bodyPr/>
          <a:lstStyle>
            <a:lvl1pPr marL="0" indent="0" algn="l">
              <a:lnSpc>
                <a:spcPct val="100000"/>
              </a:lnSpc>
              <a:buNone/>
              <a:defRPr sz="1200">
                <a:solidFill>
                  <a:schemeClr val="bg1"/>
                </a:solidFill>
              </a:defRPr>
            </a:lvl1pPr>
            <a:lvl2pPr marL="457200" indent="0" algn="ctr">
              <a:buNone/>
              <a:defRPr sz="1200">
                <a:solidFill>
                  <a:schemeClr val="bg1"/>
                </a:solidFill>
              </a:defRPr>
            </a:lvl2pPr>
            <a:lvl3pPr marL="914400" indent="0" algn="ctr">
              <a:buNone/>
              <a:defRPr sz="1200">
                <a:solidFill>
                  <a:schemeClr val="bg1"/>
                </a:solidFill>
              </a:defRPr>
            </a:lvl3pPr>
            <a:lvl4pPr marL="1371600" indent="0" algn="ctr">
              <a:buNone/>
              <a:defRPr sz="1200">
                <a:solidFill>
                  <a:schemeClr val="bg1"/>
                </a:solidFill>
              </a:defRPr>
            </a:lvl4pPr>
            <a:lvl5pPr marL="1828800" indent="0" algn="ctr">
              <a:buNone/>
              <a:defRPr sz="1200">
                <a:solidFill>
                  <a:schemeClr val="bg1"/>
                </a:solidFill>
              </a:defRPr>
            </a:lvl5pPr>
          </a:lstStyle>
          <a:p>
            <a:pPr lvl="0"/>
            <a:r>
              <a:rPr lang="en-US"/>
              <a:t>Here’s information about the slide. Just a quick summary of what’s to come.</a:t>
            </a:r>
          </a:p>
        </p:txBody>
      </p:sp>
      <p:sp>
        <p:nvSpPr>
          <p:cNvPr id="45" name="Text Placeholder 49">
            <a:extLst>
              <a:ext uri="{FF2B5EF4-FFF2-40B4-BE49-F238E27FC236}">
                <a16:creationId xmlns:a16="http://schemas.microsoft.com/office/drawing/2014/main" id="{0B2E27BE-7DFF-6648-A6AE-96E5CDE370D3}"/>
              </a:ext>
            </a:extLst>
          </p:cNvPr>
          <p:cNvSpPr>
            <a:spLocks noGrp="1"/>
          </p:cNvSpPr>
          <p:nvPr>
            <p:ph type="body" sz="quarter" idx="18" hasCustomPrompt="1"/>
          </p:nvPr>
        </p:nvSpPr>
        <p:spPr>
          <a:xfrm>
            <a:off x="8598220" y="2565853"/>
            <a:ext cx="2299103" cy="266930"/>
          </a:xfrm>
          <a:prstGeom prst="rect">
            <a:avLst/>
          </a:prstGeom>
        </p:spPr>
        <p:txBody>
          <a:bodyPr/>
          <a:lstStyle>
            <a:lvl1pPr marL="0" indent="0" algn="l">
              <a:buNone/>
              <a:defRPr sz="1600" b="1" i="0">
                <a:solidFill>
                  <a:srgbClr val="BBD9F2"/>
                </a:solidFill>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Short Headline</a:t>
            </a:r>
          </a:p>
        </p:txBody>
      </p:sp>
      <p:sp>
        <p:nvSpPr>
          <p:cNvPr id="46" name="Text Placeholder 51">
            <a:extLst>
              <a:ext uri="{FF2B5EF4-FFF2-40B4-BE49-F238E27FC236}">
                <a16:creationId xmlns:a16="http://schemas.microsoft.com/office/drawing/2014/main" id="{E6D66BCF-B19F-4249-8E8E-D99826EF0ED1}"/>
              </a:ext>
            </a:extLst>
          </p:cNvPr>
          <p:cNvSpPr>
            <a:spLocks noGrp="1"/>
          </p:cNvSpPr>
          <p:nvPr>
            <p:ph type="body" sz="quarter" idx="19" hasCustomPrompt="1"/>
          </p:nvPr>
        </p:nvSpPr>
        <p:spPr>
          <a:xfrm>
            <a:off x="8598221" y="2794849"/>
            <a:ext cx="2299103" cy="663556"/>
          </a:xfrm>
          <a:prstGeom prst="rect">
            <a:avLst/>
          </a:prstGeom>
        </p:spPr>
        <p:txBody>
          <a:bodyPr/>
          <a:lstStyle>
            <a:lvl1pPr marL="0" indent="0" algn="l">
              <a:lnSpc>
                <a:spcPct val="100000"/>
              </a:lnSpc>
              <a:buNone/>
              <a:defRPr sz="1200">
                <a:solidFill>
                  <a:schemeClr val="bg1"/>
                </a:solidFill>
              </a:defRPr>
            </a:lvl1pPr>
            <a:lvl2pPr marL="457200" indent="0" algn="ctr">
              <a:buNone/>
              <a:defRPr sz="1200">
                <a:solidFill>
                  <a:schemeClr val="bg1"/>
                </a:solidFill>
              </a:defRPr>
            </a:lvl2pPr>
            <a:lvl3pPr marL="914400" indent="0" algn="ctr">
              <a:buNone/>
              <a:defRPr sz="1200">
                <a:solidFill>
                  <a:schemeClr val="bg1"/>
                </a:solidFill>
              </a:defRPr>
            </a:lvl3pPr>
            <a:lvl4pPr marL="1371600" indent="0" algn="ctr">
              <a:buNone/>
              <a:defRPr sz="1200">
                <a:solidFill>
                  <a:schemeClr val="bg1"/>
                </a:solidFill>
              </a:defRPr>
            </a:lvl4pPr>
            <a:lvl5pPr marL="1828800" indent="0" algn="ctr">
              <a:buNone/>
              <a:defRPr sz="1200">
                <a:solidFill>
                  <a:schemeClr val="bg1"/>
                </a:solidFill>
              </a:defRPr>
            </a:lvl5pPr>
          </a:lstStyle>
          <a:p>
            <a:pPr lvl="0"/>
            <a:r>
              <a:rPr lang="en-US"/>
              <a:t>Here’s information about the slide. Just a quick summary of what’s to come.</a:t>
            </a:r>
          </a:p>
        </p:txBody>
      </p:sp>
      <p:sp>
        <p:nvSpPr>
          <p:cNvPr id="47" name="Text Placeholder 49">
            <a:extLst>
              <a:ext uri="{FF2B5EF4-FFF2-40B4-BE49-F238E27FC236}">
                <a16:creationId xmlns:a16="http://schemas.microsoft.com/office/drawing/2014/main" id="{6663E6DA-ADDC-C940-9F7B-5C2282726DAA}"/>
              </a:ext>
            </a:extLst>
          </p:cNvPr>
          <p:cNvSpPr>
            <a:spLocks noGrp="1"/>
          </p:cNvSpPr>
          <p:nvPr>
            <p:ph type="body" sz="quarter" idx="20" hasCustomPrompt="1"/>
          </p:nvPr>
        </p:nvSpPr>
        <p:spPr>
          <a:xfrm>
            <a:off x="8598220" y="3821075"/>
            <a:ext cx="2299103" cy="266930"/>
          </a:xfrm>
          <a:prstGeom prst="rect">
            <a:avLst/>
          </a:prstGeom>
        </p:spPr>
        <p:txBody>
          <a:bodyPr/>
          <a:lstStyle>
            <a:lvl1pPr marL="0" indent="0" algn="l">
              <a:buNone/>
              <a:defRPr sz="1600" b="1" i="0">
                <a:solidFill>
                  <a:srgbClr val="BBD9F2"/>
                </a:solidFill>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Short Headline</a:t>
            </a:r>
          </a:p>
        </p:txBody>
      </p:sp>
      <p:sp>
        <p:nvSpPr>
          <p:cNvPr id="48" name="Text Placeholder 51">
            <a:extLst>
              <a:ext uri="{FF2B5EF4-FFF2-40B4-BE49-F238E27FC236}">
                <a16:creationId xmlns:a16="http://schemas.microsoft.com/office/drawing/2014/main" id="{94FF013A-25D5-A64A-B3A2-8C5819D2D64B}"/>
              </a:ext>
            </a:extLst>
          </p:cNvPr>
          <p:cNvSpPr>
            <a:spLocks noGrp="1"/>
          </p:cNvSpPr>
          <p:nvPr>
            <p:ph type="body" sz="quarter" idx="21" hasCustomPrompt="1"/>
          </p:nvPr>
        </p:nvSpPr>
        <p:spPr>
          <a:xfrm>
            <a:off x="8598221" y="4050071"/>
            <a:ext cx="2299103" cy="663556"/>
          </a:xfrm>
          <a:prstGeom prst="rect">
            <a:avLst/>
          </a:prstGeom>
        </p:spPr>
        <p:txBody>
          <a:bodyPr/>
          <a:lstStyle>
            <a:lvl1pPr marL="0" indent="0" algn="l">
              <a:lnSpc>
                <a:spcPct val="100000"/>
              </a:lnSpc>
              <a:buNone/>
              <a:defRPr sz="1200">
                <a:solidFill>
                  <a:schemeClr val="bg1"/>
                </a:solidFill>
              </a:defRPr>
            </a:lvl1pPr>
            <a:lvl2pPr marL="457200" indent="0" algn="ctr">
              <a:buNone/>
              <a:defRPr sz="1200">
                <a:solidFill>
                  <a:schemeClr val="bg1"/>
                </a:solidFill>
              </a:defRPr>
            </a:lvl2pPr>
            <a:lvl3pPr marL="914400" indent="0" algn="ctr">
              <a:buNone/>
              <a:defRPr sz="1200">
                <a:solidFill>
                  <a:schemeClr val="bg1"/>
                </a:solidFill>
              </a:defRPr>
            </a:lvl3pPr>
            <a:lvl4pPr marL="1371600" indent="0" algn="ctr">
              <a:buNone/>
              <a:defRPr sz="1200">
                <a:solidFill>
                  <a:schemeClr val="bg1"/>
                </a:solidFill>
              </a:defRPr>
            </a:lvl4pPr>
            <a:lvl5pPr marL="1828800" indent="0" algn="ctr">
              <a:buNone/>
              <a:defRPr sz="1200">
                <a:solidFill>
                  <a:schemeClr val="bg1"/>
                </a:solidFill>
              </a:defRPr>
            </a:lvl5pPr>
          </a:lstStyle>
          <a:p>
            <a:pPr lvl="0"/>
            <a:r>
              <a:rPr lang="en-US"/>
              <a:t>Here’s information about the slide. Just a quick summary of what’s to come.</a:t>
            </a:r>
          </a:p>
        </p:txBody>
      </p:sp>
      <p:sp>
        <p:nvSpPr>
          <p:cNvPr id="49" name="Text Placeholder 49">
            <a:extLst>
              <a:ext uri="{FF2B5EF4-FFF2-40B4-BE49-F238E27FC236}">
                <a16:creationId xmlns:a16="http://schemas.microsoft.com/office/drawing/2014/main" id="{C0435506-7D07-104F-9A15-1B02DDEA77F4}"/>
              </a:ext>
            </a:extLst>
          </p:cNvPr>
          <p:cNvSpPr>
            <a:spLocks noGrp="1"/>
          </p:cNvSpPr>
          <p:nvPr>
            <p:ph type="body" sz="quarter" idx="22" hasCustomPrompt="1"/>
          </p:nvPr>
        </p:nvSpPr>
        <p:spPr>
          <a:xfrm>
            <a:off x="8598220" y="5076297"/>
            <a:ext cx="2299103" cy="266930"/>
          </a:xfrm>
          <a:prstGeom prst="rect">
            <a:avLst/>
          </a:prstGeom>
        </p:spPr>
        <p:txBody>
          <a:bodyPr/>
          <a:lstStyle>
            <a:lvl1pPr marL="0" indent="0" algn="l">
              <a:buNone/>
              <a:defRPr sz="1600" b="1" i="0">
                <a:solidFill>
                  <a:srgbClr val="BBD9F2"/>
                </a:solidFill>
                <a:latin typeface="Roboto" panose="02000000000000000000" pitchFamily="2" charset="0"/>
                <a:ea typeface="Roboto" panose="02000000000000000000" pitchFamily="2" charset="0"/>
                <a:cs typeface="Roboto" panose="02000000000000000000" pitchFamily="2" charset="0"/>
              </a:defRPr>
            </a:lvl1pPr>
            <a:lvl2pPr marL="4572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lgn="ctr">
              <a:buNone/>
              <a:defRPr sz="1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Short Headline</a:t>
            </a:r>
          </a:p>
        </p:txBody>
      </p:sp>
      <p:sp>
        <p:nvSpPr>
          <p:cNvPr id="50" name="Text Placeholder 51">
            <a:extLst>
              <a:ext uri="{FF2B5EF4-FFF2-40B4-BE49-F238E27FC236}">
                <a16:creationId xmlns:a16="http://schemas.microsoft.com/office/drawing/2014/main" id="{A850F9B0-6DC8-0843-95CB-7AFE7AFF24E4}"/>
              </a:ext>
            </a:extLst>
          </p:cNvPr>
          <p:cNvSpPr>
            <a:spLocks noGrp="1"/>
          </p:cNvSpPr>
          <p:nvPr>
            <p:ph type="body" sz="quarter" idx="23" hasCustomPrompt="1"/>
          </p:nvPr>
        </p:nvSpPr>
        <p:spPr>
          <a:xfrm>
            <a:off x="8598221" y="5305293"/>
            <a:ext cx="2299103" cy="663556"/>
          </a:xfrm>
          <a:prstGeom prst="rect">
            <a:avLst/>
          </a:prstGeom>
        </p:spPr>
        <p:txBody>
          <a:bodyPr/>
          <a:lstStyle>
            <a:lvl1pPr marL="0" indent="0" algn="l">
              <a:lnSpc>
                <a:spcPct val="100000"/>
              </a:lnSpc>
              <a:buNone/>
              <a:defRPr sz="1200">
                <a:solidFill>
                  <a:schemeClr val="bg1"/>
                </a:solidFill>
              </a:defRPr>
            </a:lvl1pPr>
            <a:lvl2pPr marL="457200" indent="0" algn="ctr">
              <a:buNone/>
              <a:defRPr sz="1200">
                <a:solidFill>
                  <a:schemeClr val="bg1"/>
                </a:solidFill>
              </a:defRPr>
            </a:lvl2pPr>
            <a:lvl3pPr marL="914400" indent="0" algn="ctr">
              <a:buNone/>
              <a:defRPr sz="1200">
                <a:solidFill>
                  <a:schemeClr val="bg1"/>
                </a:solidFill>
              </a:defRPr>
            </a:lvl3pPr>
            <a:lvl4pPr marL="1371600" indent="0" algn="ctr">
              <a:buNone/>
              <a:defRPr sz="1200">
                <a:solidFill>
                  <a:schemeClr val="bg1"/>
                </a:solidFill>
              </a:defRPr>
            </a:lvl4pPr>
            <a:lvl5pPr marL="1828800" indent="0" algn="ctr">
              <a:buNone/>
              <a:defRPr sz="1200">
                <a:solidFill>
                  <a:schemeClr val="bg1"/>
                </a:solidFill>
              </a:defRPr>
            </a:lvl5pPr>
          </a:lstStyle>
          <a:p>
            <a:pPr lvl="0"/>
            <a:r>
              <a:rPr lang="en-US"/>
              <a:t>Here’s information about the slide. Just a quick summary of what’s to come.</a:t>
            </a:r>
          </a:p>
        </p:txBody>
      </p:sp>
      <p:sp>
        <p:nvSpPr>
          <p:cNvPr id="40" name="Text Placeholder 38">
            <a:extLst>
              <a:ext uri="{FF2B5EF4-FFF2-40B4-BE49-F238E27FC236}">
                <a16:creationId xmlns:a16="http://schemas.microsoft.com/office/drawing/2014/main" id="{B7865658-B887-DA4C-A959-189191CB7E4C}"/>
              </a:ext>
            </a:extLst>
          </p:cNvPr>
          <p:cNvSpPr>
            <a:spLocks noGrp="1"/>
          </p:cNvSpPr>
          <p:nvPr>
            <p:ph type="body" sz="quarter" idx="13" hasCustomPrompt="1"/>
          </p:nvPr>
        </p:nvSpPr>
        <p:spPr>
          <a:xfrm>
            <a:off x="7626816" y="2550221"/>
            <a:ext cx="853231" cy="646331"/>
          </a:xfrm>
          <a:prstGeom prst="rect">
            <a:avLst/>
          </a:prstGeom>
        </p:spPr>
        <p:txBody>
          <a:bodyPr/>
          <a:lstStyle>
            <a:lvl1pPr marL="0" indent="0">
              <a:buNone/>
              <a:defRPr sz="3600" b="1" i="0">
                <a:solidFill>
                  <a:srgbClr val="BBD9F2"/>
                </a:solidFill>
                <a:latin typeface="Roboto Black" panose="02000000000000000000" pitchFamily="2" charset="0"/>
                <a:ea typeface="Roboto Black" panose="02000000000000000000" pitchFamily="2" charset="0"/>
                <a:cs typeface="Roboto Black" panose="02000000000000000000" pitchFamily="2" charset="0"/>
              </a:defRPr>
            </a:lvl1pPr>
            <a:lvl2pPr marL="457200" indent="0">
              <a:buNone/>
              <a:defRPr sz="3600">
                <a:solidFill>
                  <a:srgbClr val="BBD9F2"/>
                </a:solidFill>
                <a:latin typeface="+mj-lt"/>
              </a:defRPr>
            </a:lvl2pPr>
            <a:lvl3pPr marL="914400" indent="0">
              <a:buNone/>
              <a:defRPr sz="3600">
                <a:solidFill>
                  <a:srgbClr val="BBD9F2"/>
                </a:solidFill>
                <a:latin typeface="+mj-lt"/>
              </a:defRPr>
            </a:lvl3pPr>
            <a:lvl4pPr marL="1371600" indent="0">
              <a:buNone/>
              <a:defRPr sz="3600">
                <a:solidFill>
                  <a:srgbClr val="BBD9F2"/>
                </a:solidFill>
                <a:latin typeface="+mj-lt"/>
              </a:defRPr>
            </a:lvl4pPr>
            <a:lvl5pPr marL="1828800" indent="0">
              <a:buNone/>
              <a:defRPr sz="3600">
                <a:solidFill>
                  <a:srgbClr val="BBD9F2"/>
                </a:solidFill>
                <a:latin typeface="+mj-lt"/>
              </a:defRPr>
            </a:lvl5pPr>
          </a:lstStyle>
          <a:p>
            <a:pPr lvl="0"/>
            <a:r>
              <a:rPr lang="en-US"/>
              <a:t>02.</a:t>
            </a:r>
          </a:p>
        </p:txBody>
      </p:sp>
      <p:sp>
        <p:nvSpPr>
          <p:cNvPr id="41" name="Text Placeholder 38">
            <a:extLst>
              <a:ext uri="{FF2B5EF4-FFF2-40B4-BE49-F238E27FC236}">
                <a16:creationId xmlns:a16="http://schemas.microsoft.com/office/drawing/2014/main" id="{7B6E7A9D-3837-D44D-8901-5C470369BD69}"/>
              </a:ext>
            </a:extLst>
          </p:cNvPr>
          <p:cNvSpPr>
            <a:spLocks noGrp="1"/>
          </p:cNvSpPr>
          <p:nvPr>
            <p:ph type="body" sz="quarter" idx="14" hasCustomPrompt="1"/>
          </p:nvPr>
        </p:nvSpPr>
        <p:spPr>
          <a:xfrm>
            <a:off x="7626816" y="3797131"/>
            <a:ext cx="853231" cy="646331"/>
          </a:xfrm>
          <a:prstGeom prst="rect">
            <a:avLst/>
          </a:prstGeom>
        </p:spPr>
        <p:txBody>
          <a:bodyPr/>
          <a:lstStyle>
            <a:lvl1pPr marL="0" indent="0">
              <a:buNone/>
              <a:defRPr sz="3600" b="1" i="0">
                <a:solidFill>
                  <a:srgbClr val="BBD9F2"/>
                </a:solidFill>
                <a:latin typeface="Roboto Black" panose="02000000000000000000" pitchFamily="2" charset="0"/>
                <a:ea typeface="Roboto Black" panose="02000000000000000000" pitchFamily="2" charset="0"/>
                <a:cs typeface="Roboto Black" panose="02000000000000000000" pitchFamily="2" charset="0"/>
              </a:defRPr>
            </a:lvl1pPr>
            <a:lvl2pPr marL="457200" indent="0">
              <a:buNone/>
              <a:defRPr sz="3600">
                <a:solidFill>
                  <a:srgbClr val="BBD9F2"/>
                </a:solidFill>
                <a:latin typeface="+mj-lt"/>
              </a:defRPr>
            </a:lvl2pPr>
            <a:lvl3pPr marL="914400" indent="0">
              <a:buNone/>
              <a:defRPr sz="3600">
                <a:solidFill>
                  <a:srgbClr val="BBD9F2"/>
                </a:solidFill>
                <a:latin typeface="+mj-lt"/>
              </a:defRPr>
            </a:lvl3pPr>
            <a:lvl4pPr marL="1371600" indent="0">
              <a:buNone/>
              <a:defRPr sz="3600">
                <a:solidFill>
                  <a:srgbClr val="BBD9F2"/>
                </a:solidFill>
                <a:latin typeface="+mj-lt"/>
              </a:defRPr>
            </a:lvl4pPr>
            <a:lvl5pPr marL="1828800" indent="0">
              <a:buNone/>
              <a:defRPr sz="3600">
                <a:solidFill>
                  <a:srgbClr val="BBD9F2"/>
                </a:solidFill>
                <a:latin typeface="+mj-lt"/>
              </a:defRPr>
            </a:lvl5pPr>
          </a:lstStyle>
          <a:p>
            <a:pPr lvl="0"/>
            <a:r>
              <a:rPr lang="en-US"/>
              <a:t>03.</a:t>
            </a:r>
          </a:p>
        </p:txBody>
      </p:sp>
      <p:sp>
        <p:nvSpPr>
          <p:cNvPr id="42" name="Text Placeholder 38">
            <a:extLst>
              <a:ext uri="{FF2B5EF4-FFF2-40B4-BE49-F238E27FC236}">
                <a16:creationId xmlns:a16="http://schemas.microsoft.com/office/drawing/2014/main" id="{2F8A9802-20DC-604C-9545-8210CB5F1C4E}"/>
              </a:ext>
            </a:extLst>
          </p:cNvPr>
          <p:cNvSpPr>
            <a:spLocks noGrp="1"/>
          </p:cNvSpPr>
          <p:nvPr>
            <p:ph type="body" sz="quarter" idx="15" hasCustomPrompt="1"/>
          </p:nvPr>
        </p:nvSpPr>
        <p:spPr>
          <a:xfrm>
            <a:off x="7626816" y="5052353"/>
            <a:ext cx="853231" cy="646331"/>
          </a:xfrm>
          <a:prstGeom prst="rect">
            <a:avLst/>
          </a:prstGeom>
        </p:spPr>
        <p:txBody>
          <a:bodyPr/>
          <a:lstStyle>
            <a:lvl1pPr marL="0" indent="0">
              <a:buNone/>
              <a:defRPr sz="3600" b="1" i="0">
                <a:solidFill>
                  <a:srgbClr val="BBD9F2"/>
                </a:solidFill>
                <a:latin typeface="Roboto Black" panose="02000000000000000000" pitchFamily="2" charset="0"/>
                <a:ea typeface="Roboto Black" panose="02000000000000000000" pitchFamily="2" charset="0"/>
                <a:cs typeface="Roboto Black" panose="02000000000000000000" pitchFamily="2" charset="0"/>
              </a:defRPr>
            </a:lvl1pPr>
            <a:lvl2pPr marL="457200" indent="0">
              <a:buNone/>
              <a:defRPr sz="3600">
                <a:solidFill>
                  <a:srgbClr val="BBD9F2"/>
                </a:solidFill>
                <a:latin typeface="+mj-lt"/>
              </a:defRPr>
            </a:lvl2pPr>
            <a:lvl3pPr marL="914400" indent="0">
              <a:buNone/>
              <a:defRPr sz="3600">
                <a:solidFill>
                  <a:srgbClr val="BBD9F2"/>
                </a:solidFill>
                <a:latin typeface="+mj-lt"/>
              </a:defRPr>
            </a:lvl3pPr>
            <a:lvl4pPr marL="1371600" indent="0">
              <a:buNone/>
              <a:defRPr sz="3600">
                <a:solidFill>
                  <a:srgbClr val="BBD9F2"/>
                </a:solidFill>
                <a:latin typeface="+mj-lt"/>
              </a:defRPr>
            </a:lvl4pPr>
            <a:lvl5pPr marL="1828800" indent="0">
              <a:buNone/>
              <a:defRPr sz="3600">
                <a:solidFill>
                  <a:srgbClr val="BBD9F2"/>
                </a:solidFill>
                <a:latin typeface="+mj-lt"/>
              </a:defRPr>
            </a:lvl5pPr>
          </a:lstStyle>
          <a:p>
            <a:pPr lvl="0"/>
            <a:r>
              <a:rPr lang="en-US"/>
              <a:t>04.</a:t>
            </a:r>
          </a:p>
        </p:txBody>
      </p:sp>
      <p:sp>
        <p:nvSpPr>
          <p:cNvPr id="39" name="Text Placeholder 38">
            <a:extLst>
              <a:ext uri="{FF2B5EF4-FFF2-40B4-BE49-F238E27FC236}">
                <a16:creationId xmlns:a16="http://schemas.microsoft.com/office/drawing/2014/main" id="{5FEBD133-DA81-C14C-86BA-476E6A7C5570}"/>
              </a:ext>
            </a:extLst>
          </p:cNvPr>
          <p:cNvSpPr>
            <a:spLocks noGrp="1"/>
          </p:cNvSpPr>
          <p:nvPr>
            <p:ph type="body" sz="quarter" idx="12" hasCustomPrompt="1"/>
          </p:nvPr>
        </p:nvSpPr>
        <p:spPr>
          <a:xfrm>
            <a:off x="7626816" y="1286686"/>
            <a:ext cx="853231" cy="646331"/>
          </a:xfrm>
          <a:prstGeom prst="rect">
            <a:avLst/>
          </a:prstGeom>
        </p:spPr>
        <p:txBody>
          <a:bodyPr/>
          <a:lstStyle>
            <a:lvl1pPr marL="0" indent="0">
              <a:buNone/>
              <a:defRPr sz="3600" b="1" i="0">
                <a:solidFill>
                  <a:srgbClr val="BBD9F2"/>
                </a:solidFill>
                <a:latin typeface="Roboto Black" panose="02000000000000000000" pitchFamily="2" charset="0"/>
                <a:ea typeface="Roboto Black" panose="02000000000000000000" pitchFamily="2" charset="0"/>
                <a:cs typeface="Roboto Black" panose="02000000000000000000" pitchFamily="2" charset="0"/>
              </a:defRPr>
            </a:lvl1pPr>
            <a:lvl2pPr marL="457200" indent="0">
              <a:buNone/>
              <a:defRPr sz="3600">
                <a:solidFill>
                  <a:srgbClr val="BBD9F2"/>
                </a:solidFill>
                <a:latin typeface="+mj-lt"/>
              </a:defRPr>
            </a:lvl2pPr>
            <a:lvl3pPr marL="914400" indent="0">
              <a:buNone/>
              <a:defRPr sz="3600">
                <a:solidFill>
                  <a:srgbClr val="BBD9F2"/>
                </a:solidFill>
                <a:latin typeface="+mj-lt"/>
              </a:defRPr>
            </a:lvl3pPr>
            <a:lvl4pPr marL="1371600" indent="0">
              <a:buNone/>
              <a:defRPr sz="3600">
                <a:solidFill>
                  <a:srgbClr val="BBD9F2"/>
                </a:solidFill>
                <a:latin typeface="+mj-lt"/>
              </a:defRPr>
            </a:lvl4pPr>
            <a:lvl5pPr marL="1828800" indent="0">
              <a:buNone/>
              <a:defRPr sz="3600">
                <a:solidFill>
                  <a:srgbClr val="BBD9F2"/>
                </a:solidFill>
                <a:latin typeface="+mj-lt"/>
              </a:defRPr>
            </a:lvl5pPr>
          </a:lstStyle>
          <a:p>
            <a:pPr lvl="0"/>
            <a:r>
              <a:rPr lang="en-US"/>
              <a:t>01.</a:t>
            </a:r>
          </a:p>
        </p:txBody>
      </p:sp>
      <p:sp>
        <p:nvSpPr>
          <p:cNvPr id="37" name="Text Placeholder 36">
            <a:extLst>
              <a:ext uri="{FF2B5EF4-FFF2-40B4-BE49-F238E27FC236}">
                <a16:creationId xmlns:a16="http://schemas.microsoft.com/office/drawing/2014/main" id="{B0384B54-B958-CA4E-9EE5-BFAA2158883B}"/>
              </a:ext>
            </a:extLst>
          </p:cNvPr>
          <p:cNvSpPr>
            <a:spLocks noGrp="1"/>
          </p:cNvSpPr>
          <p:nvPr>
            <p:ph type="body" sz="quarter" idx="11" hasCustomPrompt="1"/>
          </p:nvPr>
        </p:nvSpPr>
        <p:spPr>
          <a:xfrm>
            <a:off x="6897633" y="442623"/>
            <a:ext cx="4389437" cy="407988"/>
          </a:xfrm>
          <a:prstGeom prst="rect">
            <a:avLst/>
          </a:prstGeom>
        </p:spPr>
        <p:txBody>
          <a:bodyPr/>
          <a:lstStyle>
            <a:lvl1pPr marL="0" indent="0">
              <a:buNone/>
              <a:defRPr sz="3600" b="1" i="0">
                <a:solidFill>
                  <a:schemeClr val="bg1"/>
                </a:solidFill>
                <a:latin typeface="+mj-lt"/>
                <a:ea typeface="Roboto Black" panose="02000000000000000000" pitchFamily="2" charset="0"/>
                <a:cs typeface="Roboto Black" panose="02000000000000000000" pitchFamily="2" charset="0"/>
              </a:defRPr>
            </a:lvl1pPr>
            <a:lvl2pPr marL="457200" indent="0">
              <a:buNone/>
              <a:defRPr b="1" i="0">
                <a:solidFill>
                  <a:schemeClr val="bg1"/>
                </a:solidFill>
                <a:latin typeface="+mj-lt"/>
                <a:ea typeface="Roboto Black" panose="02000000000000000000" pitchFamily="2" charset="0"/>
                <a:cs typeface="Roboto Black" panose="02000000000000000000" pitchFamily="2" charset="0"/>
              </a:defRPr>
            </a:lvl2pPr>
            <a:lvl3pPr marL="914400" indent="0">
              <a:buNone/>
              <a:defRPr b="1" i="0">
                <a:solidFill>
                  <a:schemeClr val="bg1"/>
                </a:solidFill>
                <a:latin typeface="+mj-lt"/>
                <a:ea typeface="Roboto Black" panose="02000000000000000000" pitchFamily="2" charset="0"/>
                <a:cs typeface="Roboto Black" panose="02000000000000000000" pitchFamily="2" charset="0"/>
              </a:defRPr>
            </a:lvl3pPr>
            <a:lvl4pPr marL="1371600" indent="0">
              <a:buNone/>
              <a:defRPr b="1" i="0">
                <a:solidFill>
                  <a:schemeClr val="bg1"/>
                </a:solidFill>
                <a:latin typeface="+mj-lt"/>
                <a:ea typeface="Roboto Black" panose="02000000000000000000" pitchFamily="2" charset="0"/>
                <a:cs typeface="Roboto Black" panose="02000000000000000000" pitchFamily="2" charset="0"/>
              </a:defRPr>
            </a:lvl4pPr>
            <a:lvl5pPr marL="1828800" indent="0">
              <a:buNone/>
              <a:defRPr b="1" i="0">
                <a:solidFill>
                  <a:schemeClr val="bg1"/>
                </a:solidFill>
                <a:latin typeface="+mj-lt"/>
                <a:ea typeface="Roboto Black" panose="02000000000000000000" pitchFamily="2" charset="0"/>
                <a:cs typeface="Roboto Black" panose="02000000000000000000" pitchFamily="2" charset="0"/>
              </a:defRPr>
            </a:lvl5pPr>
          </a:lstStyle>
          <a:p>
            <a:pPr lvl="0"/>
            <a:r>
              <a:rPr lang="en-US"/>
              <a:t>Table of Contents</a:t>
            </a:r>
          </a:p>
        </p:txBody>
      </p:sp>
      <p:sp>
        <p:nvSpPr>
          <p:cNvPr id="3" name="Slide Number Placeholder 2">
            <a:extLst>
              <a:ext uri="{FF2B5EF4-FFF2-40B4-BE49-F238E27FC236}">
                <a16:creationId xmlns:a16="http://schemas.microsoft.com/office/drawing/2014/main" id="{1749336D-454F-5844-9456-EEFEEA2F6B11}"/>
              </a:ext>
            </a:extLst>
          </p:cNvPr>
          <p:cNvSpPr>
            <a:spLocks noGrp="1"/>
          </p:cNvSpPr>
          <p:nvPr>
            <p:ph type="sldNum" sz="quarter" idx="10"/>
          </p:nvPr>
        </p:nvSpPr>
        <p:spPr/>
        <p:txBody>
          <a:bodyPr/>
          <a:lstStyle/>
          <a:p>
            <a:fld id="{DBD5050C-AA03-7C4B-BAB2-B82E960585A0}" type="slidenum">
              <a:rPr lang="en-US" smtClean="0">
                <a:solidFill>
                  <a:schemeClr val="bg1"/>
                </a:solidFill>
              </a:rPr>
              <a:pPr/>
              <a:t>‹#›</a:t>
            </a:fld>
            <a:endParaRPr lang="en-US">
              <a:solidFill>
                <a:schemeClr val="bg1"/>
              </a:solidFill>
            </a:endParaRPr>
          </a:p>
        </p:txBody>
      </p:sp>
      <p:sp>
        <p:nvSpPr>
          <p:cNvPr id="16" name="Slide Number Placeholder 5">
            <a:extLst>
              <a:ext uri="{FF2B5EF4-FFF2-40B4-BE49-F238E27FC236}">
                <a16:creationId xmlns:a16="http://schemas.microsoft.com/office/drawing/2014/main" id="{B4EB90AC-38B2-7B4F-B531-294528F72342}"/>
              </a:ext>
            </a:extLst>
          </p:cNvPr>
          <p:cNvSpPr txBox="1">
            <a:spLocks/>
          </p:cNvSpPr>
          <p:nvPr userDrawn="1"/>
        </p:nvSpPr>
        <p:spPr>
          <a:xfrm>
            <a:off x="10279737" y="6400039"/>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chemeClr val="bg1"/>
                </a:solidFill>
              </a:rPr>
              <a:pPr/>
              <a:t>‹#›</a:t>
            </a:fld>
            <a:endParaRPr lang="en-US">
              <a:solidFill>
                <a:schemeClr val="bg1"/>
              </a:solidFill>
            </a:endParaRPr>
          </a:p>
        </p:txBody>
      </p:sp>
      <p:sp>
        <p:nvSpPr>
          <p:cNvPr id="19" name="TextBox 18">
            <a:extLst>
              <a:ext uri="{FF2B5EF4-FFF2-40B4-BE49-F238E27FC236}">
                <a16:creationId xmlns:a16="http://schemas.microsoft.com/office/drawing/2014/main" id="{C1BC2862-C22A-7A4C-8137-2B1D2FDB647D}"/>
              </a:ext>
            </a:extLst>
          </p:cNvPr>
          <p:cNvSpPr txBox="1"/>
          <p:nvPr userDrawn="1"/>
        </p:nvSpPr>
        <p:spPr>
          <a:xfrm>
            <a:off x="21265" y="8527312"/>
            <a:ext cx="184731" cy="369332"/>
          </a:xfrm>
          <a:prstGeom prst="rect">
            <a:avLst/>
          </a:prstGeom>
          <a:noFill/>
        </p:spPr>
        <p:txBody>
          <a:bodyPr wrap="none" rtlCol="0">
            <a:spAutoFit/>
          </a:bodyPr>
          <a:lstStyle/>
          <a:p>
            <a:endParaRPr lang="en-US"/>
          </a:p>
        </p:txBody>
      </p:sp>
      <p:sp>
        <p:nvSpPr>
          <p:cNvPr id="20" name="TextBox 19">
            <a:extLst>
              <a:ext uri="{FF2B5EF4-FFF2-40B4-BE49-F238E27FC236}">
                <a16:creationId xmlns:a16="http://schemas.microsoft.com/office/drawing/2014/main" id="{1EEB9ABD-A06D-284A-8435-F98BA315FD4B}"/>
              </a:ext>
            </a:extLst>
          </p:cNvPr>
          <p:cNvSpPr txBox="1"/>
          <p:nvPr userDrawn="1"/>
        </p:nvSpPr>
        <p:spPr>
          <a:xfrm>
            <a:off x="2615609" y="9165265"/>
            <a:ext cx="184731" cy="369332"/>
          </a:xfrm>
          <a:prstGeom prst="rect">
            <a:avLst/>
          </a:prstGeom>
          <a:noFill/>
        </p:spPr>
        <p:txBody>
          <a:bodyPr wrap="none" rtlCol="0">
            <a:spAutoFit/>
          </a:bodyPr>
          <a:lstStyle/>
          <a:p>
            <a:endParaRPr lang="en-US"/>
          </a:p>
        </p:txBody>
      </p:sp>
      <p:sp>
        <p:nvSpPr>
          <p:cNvPr id="21" name="TextBox 20">
            <a:extLst>
              <a:ext uri="{FF2B5EF4-FFF2-40B4-BE49-F238E27FC236}">
                <a16:creationId xmlns:a16="http://schemas.microsoft.com/office/drawing/2014/main" id="{61C41129-3A8A-4544-BEAB-5D52008DF1A0}"/>
              </a:ext>
            </a:extLst>
          </p:cNvPr>
          <p:cNvSpPr txBox="1"/>
          <p:nvPr userDrawn="1"/>
        </p:nvSpPr>
        <p:spPr>
          <a:xfrm>
            <a:off x="7527851" y="8739963"/>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5431695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hoto_TOC_2">
    <p:spTree>
      <p:nvGrpSpPr>
        <p:cNvPr id="1" name=""/>
        <p:cNvGrpSpPr/>
        <p:nvPr/>
      </p:nvGrpSpPr>
      <p:grpSpPr>
        <a:xfrm>
          <a:off x="0" y="0"/>
          <a:ext cx="0" cy="0"/>
          <a:chOff x="0" y="0"/>
          <a:chExt cx="0" cy="0"/>
        </a:xfrm>
      </p:grpSpPr>
      <p:pic>
        <p:nvPicPr>
          <p:cNvPr id="4" name="Picture 3" descr="A person holding a dog&#10;&#10;Description automatically generated">
            <a:extLst>
              <a:ext uri="{FF2B5EF4-FFF2-40B4-BE49-F238E27FC236}">
                <a16:creationId xmlns:a16="http://schemas.microsoft.com/office/drawing/2014/main" id="{B7810CA4-18D8-2645-8CA1-2378074B3FE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279"/>
          <a:stretch/>
        </p:blipFill>
        <p:spPr>
          <a:xfrm>
            <a:off x="-1" y="-14289"/>
            <a:ext cx="8256263" cy="6858000"/>
          </a:xfrm>
          <a:prstGeom prst="rect">
            <a:avLst/>
          </a:prstGeom>
        </p:spPr>
      </p:pic>
      <p:pic>
        <p:nvPicPr>
          <p:cNvPr id="5" name="Picture 4">
            <a:extLst>
              <a:ext uri="{FF2B5EF4-FFF2-40B4-BE49-F238E27FC236}">
                <a16:creationId xmlns:a16="http://schemas.microsoft.com/office/drawing/2014/main" id="{230DC9B9-21EF-AA4E-9458-C7A2A98044E0}"/>
              </a:ext>
            </a:extLst>
          </p:cNvPr>
          <p:cNvPicPr>
            <a:picLocks noChangeAspect="1"/>
          </p:cNvPicPr>
          <p:nvPr userDrawn="1"/>
        </p:nvPicPr>
        <p:blipFill>
          <a:blip r:embed="rId3"/>
          <a:stretch>
            <a:fillRect/>
          </a:stretch>
        </p:blipFill>
        <p:spPr>
          <a:xfrm rot="19096343">
            <a:off x="5719649" y="-576991"/>
            <a:ext cx="7850766" cy="7591236"/>
          </a:xfrm>
          <a:prstGeom prst="rect">
            <a:avLst/>
          </a:prstGeom>
        </p:spPr>
      </p:pic>
      <p:sp>
        <p:nvSpPr>
          <p:cNvPr id="12" name="Text Placeholder 11">
            <a:extLst>
              <a:ext uri="{FF2B5EF4-FFF2-40B4-BE49-F238E27FC236}">
                <a16:creationId xmlns:a16="http://schemas.microsoft.com/office/drawing/2014/main" id="{33FE9DB3-994B-D740-B95F-71ABD72818BE}"/>
              </a:ext>
            </a:extLst>
          </p:cNvPr>
          <p:cNvSpPr>
            <a:spLocks noGrp="1"/>
          </p:cNvSpPr>
          <p:nvPr>
            <p:ph type="body" sz="quarter" idx="11" hasCustomPrompt="1"/>
          </p:nvPr>
        </p:nvSpPr>
        <p:spPr>
          <a:xfrm>
            <a:off x="8443944" y="458472"/>
            <a:ext cx="2376776" cy="1053763"/>
          </a:xfrm>
          <a:prstGeom prst="rect">
            <a:avLst/>
          </a:prstGeom>
        </p:spPr>
        <p:txBody>
          <a:bodyPr/>
          <a:lstStyle>
            <a:lvl1pPr marL="0" indent="0">
              <a:lnSpc>
                <a:spcPct val="85000"/>
              </a:lnSpc>
              <a:spcBef>
                <a:spcPts val="0"/>
              </a:spcBef>
              <a:buNone/>
              <a:defRPr sz="3600" b="1" i="0">
                <a:solidFill>
                  <a:schemeClr val="bg1"/>
                </a:solidFill>
                <a:latin typeface="Roboto" panose="02000000000000000000" pitchFamily="2" charset="0"/>
                <a:ea typeface="Roboto" panose="02000000000000000000" pitchFamily="2" charset="0"/>
                <a:cs typeface="Roboto" panose="02000000000000000000" pitchFamily="2" charset="0"/>
              </a:defRPr>
            </a:lvl1pPr>
            <a:lvl2pPr marL="457200" indent="0">
              <a:buNone/>
              <a:defRPr sz="3600" b="1" i="0">
                <a:solidFill>
                  <a:schemeClr val="bg1"/>
                </a:solidFill>
                <a:latin typeface="Roboto" panose="02000000000000000000" pitchFamily="2" charset="0"/>
                <a:ea typeface="Roboto" panose="02000000000000000000" pitchFamily="2" charset="0"/>
                <a:cs typeface="Roboto" panose="02000000000000000000" pitchFamily="2" charset="0"/>
              </a:defRPr>
            </a:lvl2pPr>
            <a:lvl3pPr marL="914400" indent="0">
              <a:buNone/>
              <a:defRPr sz="3600" b="1" i="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371600" indent="0">
              <a:buNone/>
              <a:defRPr sz="3600" b="1" i="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828800" indent="0">
              <a:buNone/>
              <a:defRPr sz="3600" b="1" i="0">
                <a:solidFill>
                  <a:schemeClr val="bg1"/>
                </a:solidFill>
                <a:latin typeface="Roboto" panose="02000000000000000000" pitchFamily="2" charset="0"/>
                <a:ea typeface="Roboto" panose="02000000000000000000" pitchFamily="2" charset="0"/>
                <a:cs typeface="Roboto" panose="02000000000000000000" pitchFamily="2" charset="0"/>
              </a:defRPr>
            </a:lvl5pPr>
          </a:lstStyle>
          <a:p>
            <a:pPr lvl="0"/>
            <a:r>
              <a:rPr lang="en-US"/>
              <a:t>Table of Contents</a:t>
            </a:r>
          </a:p>
        </p:txBody>
      </p:sp>
      <p:sp>
        <p:nvSpPr>
          <p:cNvPr id="14" name="Text Placeholder 13">
            <a:extLst>
              <a:ext uri="{FF2B5EF4-FFF2-40B4-BE49-F238E27FC236}">
                <a16:creationId xmlns:a16="http://schemas.microsoft.com/office/drawing/2014/main" id="{81B8867D-8BCB-404B-93AD-5B156B18C0CB}"/>
              </a:ext>
            </a:extLst>
          </p:cNvPr>
          <p:cNvSpPr>
            <a:spLocks noGrp="1"/>
          </p:cNvSpPr>
          <p:nvPr>
            <p:ph type="body" sz="quarter" idx="12" hasCustomPrompt="1"/>
          </p:nvPr>
        </p:nvSpPr>
        <p:spPr>
          <a:xfrm>
            <a:off x="8459396" y="1649334"/>
            <a:ext cx="2361324" cy="382666"/>
          </a:xfrm>
          <a:prstGeom prst="rect">
            <a:avLst/>
          </a:prstGeom>
        </p:spPr>
        <p:txBody>
          <a:bodyPr/>
          <a:lstStyle>
            <a:lvl1pPr marL="0" indent="0">
              <a:buFont typeface="+mj-lt"/>
              <a:buNone/>
              <a:defRPr sz="1400">
                <a:solidFill>
                  <a:schemeClr val="bg1"/>
                </a:solidFill>
                <a:latin typeface="+mj-lt"/>
              </a:defRPr>
            </a:lvl1pPr>
            <a:lvl2pPr marL="457200" indent="0">
              <a:buFont typeface="+mj-lt"/>
              <a:buNone/>
              <a:defRPr sz="1400">
                <a:solidFill>
                  <a:schemeClr val="bg1"/>
                </a:solidFill>
                <a:latin typeface="+mj-lt"/>
              </a:defRPr>
            </a:lvl2pPr>
            <a:lvl3pPr marL="914400" indent="0">
              <a:buFont typeface="+mj-lt"/>
              <a:buNone/>
              <a:defRPr sz="1400">
                <a:solidFill>
                  <a:schemeClr val="bg1"/>
                </a:solidFill>
                <a:latin typeface="+mj-lt"/>
              </a:defRPr>
            </a:lvl3pPr>
            <a:lvl4pPr marL="1371600" indent="0">
              <a:buFont typeface="+mj-lt"/>
              <a:buNone/>
              <a:defRPr sz="1400">
                <a:solidFill>
                  <a:schemeClr val="bg1"/>
                </a:solidFill>
                <a:latin typeface="+mj-lt"/>
              </a:defRPr>
            </a:lvl4pPr>
            <a:lvl5pPr marL="1828800" indent="0">
              <a:buFont typeface="+mj-lt"/>
              <a:buNone/>
              <a:defRPr sz="1400">
                <a:solidFill>
                  <a:schemeClr val="bg1"/>
                </a:solidFill>
                <a:latin typeface="+mj-lt"/>
              </a:defRPr>
            </a:lvl5pPr>
          </a:lstStyle>
          <a:p>
            <a:pPr lvl="0"/>
            <a:r>
              <a:rPr lang="en-US"/>
              <a:t>1. First Slide</a:t>
            </a:r>
          </a:p>
        </p:txBody>
      </p:sp>
      <p:sp>
        <p:nvSpPr>
          <p:cNvPr id="15" name="Text Placeholder 13">
            <a:extLst>
              <a:ext uri="{FF2B5EF4-FFF2-40B4-BE49-F238E27FC236}">
                <a16:creationId xmlns:a16="http://schemas.microsoft.com/office/drawing/2014/main" id="{D8C51D79-A1C9-A542-AAF4-9C2787802761}"/>
              </a:ext>
            </a:extLst>
          </p:cNvPr>
          <p:cNvSpPr>
            <a:spLocks noGrp="1"/>
          </p:cNvSpPr>
          <p:nvPr>
            <p:ph type="body" sz="quarter" idx="13" hasCustomPrompt="1"/>
          </p:nvPr>
        </p:nvSpPr>
        <p:spPr>
          <a:xfrm>
            <a:off x="8459396" y="2289985"/>
            <a:ext cx="2361324" cy="382666"/>
          </a:xfrm>
          <a:prstGeom prst="rect">
            <a:avLst/>
          </a:prstGeom>
        </p:spPr>
        <p:txBody>
          <a:bodyPr/>
          <a:lstStyle>
            <a:lvl1pPr marL="0" indent="0">
              <a:buFont typeface="+mj-lt"/>
              <a:buNone/>
              <a:defRPr sz="1400">
                <a:solidFill>
                  <a:schemeClr val="bg1"/>
                </a:solidFill>
                <a:latin typeface="+mj-lt"/>
              </a:defRPr>
            </a:lvl1pPr>
            <a:lvl2pPr marL="457200" indent="0">
              <a:buFont typeface="+mj-lt"/>
              <a:buNone/>
              <a:defRPr sz="1400">
                <a:solidFill>
                  <a:schemeClr val="bg1"/>
                </a:solidFill>
                <a:latin typeface="+mj-lt"/>
              </a:defRPr>
            </a:lvl2pPr>
            <a:lvl3pPr marL="914400" indent="0">
              <a:buFont typeface="+mj-lt"/>
              <a:buNone/>
              <a:defRPr sz="1400">
                <a:solidFill>
                  <a:schemeClr val="bg1"/>
                </a:solidFill>
                <a:latin typeface="+mj-lt"/>
              </a:defRPr>
            </a:lvl3pPr>
            <a:lvl4pPr marL="1371600" indent="0">
              <a:buFont typeface="+mj-lt"/>
              <a:buNone/>
              <a:defRPr sz="1400">
                <a:solidFill>
                  <a:schemeClr val="bg1"/>
                </a:solidFill>
                <a:latin typeface="+mj-lt"/>
              </a:defRPr>
            </a:lvl4pPr>
            <a:lvl5pPr marL="1828800" indent="0">
              <a:buFont typeface="+mj-lt"/>
              <a:buNone/>
              <a:defRPr sz="1400">
                <a:solidFill>
                  <a:schemeClr val="bg1"/>
                </a:solidFill>
                <a:latin typeface="+mj-lt"/>
              </a:defRPr>
            </a:lvl5pPr>
          </a:lstStyle>
          <a:p>
            <a:pPr lvl="0"/>
            <a:r>
              <a:rPr lang="en-US"/>
              <a:t>2. Second Slide</a:t>
            </a:r>
          </a:p>
        </p:txBody>
      </p:sp>
      <p:sp>
        <p:nvSpPr>
          <p:cNvPr id="16" name="Text Placeholder 13">
            <a:extLst>
              <a:ext uri="{FF2B5EF4-FFF2-40B4-BE49-F238E27FC236}">
                <a16:creationId xmlns:a16="http://schemas.microsoft.com/office/drawing/2014/main" id="{0D9DC984-49FF-9846-AC94-8A621BAFA886}"/>
              </a:ext>
            </a:extLst>
          </p:cNvPr>
          <p:cNvSpPr>
            <a:spLocks noGrp="1"/>
          </p:cNvSpPr>
          <p:nvPr>
            <p:ph type="body" sz="quarter" idx="14" hasCustomPrompt="1"/>
          </p:nvPr>
        </p:nvSpPr>
        <p:spPr>
          <a:xfrm>
            <a:off x="8459396" y="2930636"/>
            <a:ext cx="2361324" cy="382666"/>
          </a:xfrm>
          <a:prstGeom prst="rect">
            <a:avLst/>
          </a:prstGeom>
        </p:spPr>
        <p:txBody>
          <a:bodyPr/>
          <a:lstStyle>
            <a:lvl1pPr marL="0" indent="0">
              <a:buFont typeface="+mj-lt"/>
              <a:buNone/>
              <a:defRPr sz="1400">
                <a:solidFill>
                  <a:schemeClr val="bg1"/>
                </a:solidFill>
                <a:latin typeface="+mj-lt"/>
              </a:defRPr>
            </a:lvl1pPr>
            <a:lvl2pPr marL="457200" indent="0">
              <a:buFont typeface="+mj-lt"/>
              <a:buNone/>
              <a:defRPr sz="1400">
                <a:solidFill>
                  <a:schemeClr val="bg1"/>
                </a:solidFill>
                <a:latin typeface="+mj-lt"/>
              </a:defRPr>
            </a:lvl2pPr>
            <a:lvl3pPr marL="914400" indent="0">
              <a:buFont typeface="+mj-lt"/>
              <a:buNone/>
              <a:defRPr sz="1400">
                <a:solidFill>
                  <a:schemeClr val="bg1"/>
                </a:solidFill>
                <a:latin typeface="+mj-lt"/>
              </a:defRPr>
            </a:lvl3pPr>
            <a:lvl4pPr marL="1371600" indent="0">
              <a:buFont typeface="+mj-lt"/>
              <a:buNone/>
              <a:defRPr sz="1400">
                <a:solidFill>
                  <a:schemeClr val="bg1"/>
                </a:solidFill>
                <a:latin typeface="+mj-lt"/>
              </a:defRPr>
            </a:lvl4pPr>
            <a:lvl5pPr marL="1828800" indent="0">
              <a:buFont typeface="+mj-lt"/>
              <a:buNone/>
              <a:defRPr sz="1400">
                <a:solidFill>
                  <a:schemeClr val="bg1"/>
                </a:solidFill>
                <a:latin typeface="+mj-lt"/>
              </a:defRPr>
            </a:lvl5pPr>
          </a:lstStyle>
          <a:p>
            <a:pPr lvl="0"/>
            <a:r>
              <a:rPr lang="en-US"/>
              <a:t>3. Third Slide</a:t>
            </a:r>
          </a:p>
        </p:txBody>
      </p:sp>
      <p:sp>
        <p:nvSpPr>
          <p:cNvPr id="17" name="Text Placeholder 13">
            <a:extLst>
              <a:ext uri="{FF2B5EF4-FFF2-40B4-BE49-F238E27FC236}">
                <a16:creationId xmlns:a16="http://schemas.microsoft.com/office/drawing/2014/main" id="{3B868536-AFB8-964F-9B8E-AB5D20742A1A}"/>
              </a:ext>
            </a:extLst>
          </p:cNvPr>
          <p:cNvSpPr>
            <a:spLocks noGrp="1"/>
          </p:cNvSpPr>
          <p:nvPr>
            <p:ph type="body" sz="quarter" idx="15" hasCustomPrompt="1"/>
          </p:nvPr>
        </p:nvSpPr>
        <p:spPr>
          <a:xfrm>
            <a:off x="8459396" y="3571287"/>
            <a:ext cx="2361324" cy="382666"/>
          </a:xfrm>
          <a:prstGeom prst="rect">
            <a:avLst/>
          </a:prstGeom>
        </p:spPr>
        <p:txBody>
          <a:bodyPr/>
          <a:lstStyle>
            <a:lvl1pPr marL="0" indent="0">
              <a:buFont typeface="+mj-lt"/>
              <a:buNone/>
              <a:defRPr sz="1400">
                <a:solidFill>
                  <a:schemeClr val="bg1"/>
                </a:solidFill>
                <a:latin typeface="+mj-lt"/>
              </a:defRPr>
            </a:lvl1pPr>
            <a:lvl2pPr marL="457200" indent="0">
              <a:buFont typeface="+mj-lt"/>
              <a:buNone/>
              <a:defRPr sz="1400">
                <a:solidFill>
                  <a:schemeClr val="bg1"/>
                </a:solidFill>
                <a:latin typeface="+mj-lt"/>
              </a:defRPr>
            </a:lvl2pPr>
            <a:lvl3pPr marL="914400" indent="0">
              <a:buFont typeface="+mj-lt"/>
              <a:buNone/>
              <a:defRPr sz="1400">
                <a:solidFill>
                  <a:schemeClr val="bg1"/>
                </a:solidFill>
                <a:latin typeface="+mj-lt"/>
              </a:defRPr>
            </a:lvl3pPr>
            <a:lvl4pPr marL="1371600" indent="0">
              <a:buFont typeface="+mj-lt"/>
              <a:buNone/>
              <a:defRPr sz="1400">
                <a:solidFill>
                  <a:schemeClr val="bg1"/>
                </a:solidFill>
                <a:latin typeface="+mj-lt"/>
              </a:defRPr>
            </a:lvl4pPr>
            <a:lvl5pPr marL="1828800" indent="0">
              <a:buFont typeface="+mj-lt"/>
              <a:buNone/>
              <a:defRPr sz="1400">
                <a:solidFill>
                  <a:schemeClr val="bg1"/>
                </a:solidFill>
                <a:latin typeface="+mj-lt"/>
              </a:defRPr>
            </a:lvl5pPr>
          </a:lstStyle>
          <a:p>
            <a:pPr lvl="0"/>
            <a:r>
              <a:rPr lang="en-US"/>
              <a:t>4. Fourth Slide</a:t>
            </a:r>
          </a:p>
        </p:txBody>
      </p:sp>
      <p:sp>
        <p:nvSpPr>
          <p:cNvPr id="18" name="Text Placeholder 13">
            <a:extLst>
              <a:ext uri="{FF2B5EF4-FFF2-40B4-BE49-F238E27FC236}">
                <a16:creationId xmlns:a16="http://schemas.microsoft.com/office/drawing/2014/main" id="{846C7CDE-5733-C94C-91B5-DA0E60F3BD39}"/>
              </a:ext>
            </a:extLst>
          </p:cNvPr>
          <p:cNvSpPr>
            <a:spLocks noGrp="1"/>
          </p:cNvSpPr>
          <p:nvPr>
            <p:ph type="body" sz="quarter" idx="16" hasCustomPrompt="1"/>
          </p:nvPr>
        </p:nvSpPr>
        <p:spPr>
          <a:xfrm>
            <a:off x="8459396" y="4211938"/>
            <a:ext cx="2361324" cy="382666"/>
          </a:xfrm>
          <a:prstGeom prst="rect">
            <a:avLst/>
          </a:prstGeom>
        </p:spPr>
        <p:txBody>
          <a:bodyPr/>
          <a:lstStyle>
            <a:lvl1pPr marL="0" indent="0">
              <a:buFont typeface="+mj-lt"/>
              <a:buNone/>
              <a:defRPr sz="1400">
                <a:solidFill>
                  <a:schemeClr val="bg1"/>
                </a:solidFill>
                <a:latin typeface="+mj-lt"/>
              </a:defRPr>
            </a:lvl1pPr>
            <a:lvl2pPr marL="457200" indent="0">
              <a:buFont typeface="+mj-lt"/>
              <a:buNone/>
              <a:defRPr sz="1400">
                <a:solidFill>
                  <a:schemeClr val="bg1"/>
                </a:solidFill>
                <a:latin typeface="+mj-lt"/>
              </a:defRPr>
            </a:lvl2pPr>
            <a:lvl3pPr marL="914400" indent="0">
              <a:buFont typeface="+mj-lt"/>
              <a:buNone/>
              <a:defRPr sz="1400">
                <a:solidFill>
                  <a:schemeClr val="bg1"/>
                </a:solidFill>
                <a:latin typeface="+mj-lt"/>
              </a:defRPr>
            </a:lvl3pPr>
            <a:lvl4pPr marL="1371600" indent="0">
              <a:buFont typeface="+mj-lt"/>
              <a:buNone/>
              <a:defRPr sz="1400">
                <a:solidFill>
                  <a:schemeClr val="bg1"/>
                </a:solidFill>
                <a:latin typeface="+mj-lt"/>
              </a:defRPr>
            </a:lvl4pPr>
            <a:lvl5pPr marL="1828800" indent="0">
              <a:buFont typeface="+mj-lt"/>
              <a:buNone/>
              <a:defRPr sz="1400">
                <a:solidFill>
                  <a:schemeClr val="bg1"/>
                </a:solidFill>
                <a:latin typeface="+mj-lt"/>
              </a:defRPr>
            </a:lvl5pPr>
          </a:lstStyle>
          <a:p>
            <a:pPr lvl="0"/>
            <a:r>
              <a:rPr lang="en-US"/>
              <a:t>5. Fifth Slide</a:t>
            </a:r>
          </a:p>
        </p:txBody>
      </p:sp>
      <p:sp>
        <p:nvSpPr>
          <p:cNvPr id="19" name="Text Placeholder 13">
            <a:extLst>
              <a:ext uri="{FF2B5EF4-FFF2-40B4-BE49-F238E27FC236}">
                <a16:creationId xmlns:a16="http://schemas.microsoft.com/office/drawing/2014/main" id="{AD7E2225-6226-1840-8BB2-E5235FF1B731}"/>
              </a:ext>
            </a:extLst>
          </p:cNvPr>
          <p:cNvSpPr>
            <a:spLocks noGrp="1"/>
          </p:cNvSpPr>
          <p:nvPr>
            <p:ph type="body" sz="quarter" idx="17" hasCustomPrompt="1"/>
          </p:nvPr>
        </p:nvSpPr>
        <p:spPr>
          <a:xfrm>
            <a:off x="8459396" y="4852589"/>
            <a:ext cx="2361324" cy="382666"/>
          </a:xfrm>
          <a:prstGeom prst="rect">
            <a:avLst/>
          </a:prstGeom>
        </p:spPr>
        <p:txBody>
          <a:bodyPr/>
          <a:lstStyle>
            <a:lvl1pPr marL="0" indent="0">
              <a:buFont typeface="+mj-lt"/>
              <a:buNone/>
              <a:defRPr sz="1400">
                <a:solidFill>
                  <a:schemeClr val="bg1"/>
                </a:solidFill>
                <a:latin typeface="+mj-lt"/>
              </a:defRPr>
            </a:lvl1pPr>
            <a:lvl2pPr marL="457200" indent="0">
              <a:buFont typeface="+mj-lt"/>
              <a:buNone/>
              <a:defRPr sz="1400">
                <a:solidFill>
                  <a:schemeClr val="bg1"/>
                </a:solidFill>
                <a:latin typeface="+mj-lt"/>
              </a:defRPr>
            </a:lvl2pPr>
            <a:lvl3pPr marL="914400" indent="0">
              <a:buFont typeface="+mj-lt"/>
              <a:buNone/>
              <a:defRPr sz="1400">
                <a:solidFill>
                  <a:schemeClr val="bg1"/>
                </a:solidFill>
                <a:latin typeface="+mj-lt"/>
              </a:defRPr>
            </a:lvl3pPr>
            <a:lvl4pPr marL="1371600" indent="0">
              <a:buFont typeface="+mj-lt"/>
              <a:buNone/>
              <a:defRPr sz="1400">
                <a:solidFill>
                  <a:schemeClr val="bg1"/>
                </a:solidFill>
                <a:latin typeface="+mj-lt"/>
              </a:defRPr>
            </a:lvl4pPr>
            <a:lvl5pPr marL="1828800" indent="0">
              <a:buFont typeface="+mj-lt"/>
              <a:buNone/>
              <a:defRPr sz="1400">
                <a:solidFill>
                  <a:schemeClr val="bg1"/>
                </a:solidFill>
                <a:latin typeface="+mj-lt"/>
              </a:defRPr>
            </a:lvl5pPr>
          </a:lstStyle>
          <a:p>
            <a:pPr lvl="0"/>
            <a:r>
              <a:rPr lang="en-US"/>
              <a:t>6. Sixth Slide</a:t>
            </a:r>
          </a:p>
        </p:txBody>
      </p:sp>
      <p:sp>
        <p:nvSpPr>
          <p:cNvPr id="20" name="Text Placeholder 13">
            <a:extLst>
              <a:ext uri="{FF2B5EF4-FFF2-40B4-BE49-F238E27FC236}">
                <a16:creationId xmlns:a16="http://schemas.microsoft.com/office/drawing/2014/main" id="{F84F9101-8ACD-F14B-96DC-C525C5FEF619}"/>
              </a:ext>
            </a:extLst>
          </p:cNvPr>
          <p:cNvSpPr>
            <a:spLocks noGrp="1"/>
          </p:cNvSpPr>
          <p:nvPr>
            <p:ph type="body" sz="quarter" idx="18" hasCustomPrompt="1"/>
          </p:nvPr>
        </p:nvSpPr>
        <p:spPr>
          <a:xfrm>
            <a:off x="8459396" y="5493240"/>
            <a:ext cx="2361324" cy="382666"/>
          </a:xfrm>
          <a:prstGeom prst="rect">
            <a:avLst/>
          </a:prstGeom>
        </p:spPr>
        <p:txBody>
          <a:bodyPr/>
          <a:lstStyle>
            <a:lvl1pPr marL="0" indent="0">
              <a:buFont typeface="+mj-lt"/>
              <a:buNone/>
              <a:defRPr sz="1400">
                <a:solidFill>
                  <a:schemeClr val="bg1"/>
                </a:solidFill>
                <a:latin typeface="+mj-lt"/>
              </a:defRPr>
            </a:lvl1pPr>
            <a:lvl2pPr marL="457200" indent="0">
              <a:buFont typeface="+mj-lt"/>
              <a:buNone/>
              <a:defRPr sz="1400">
                <a:solidFill>
                  <a:schemeClr val="bg1"/>
                </a:solidFill>
                <a:latin typeface="+mj-lt"/>
              </a:defRPr>
            </a:lvl2pPr>
            <a:lvl3pPr marL="914400" indent="0">
              <a:buFont typeface="+mj-lt"/>
              <a:buNone/>
              <a:defRPr sz="1400">
                <a:solidFill>
                  <a:schemeClr val="bg1"/>
                </a:solidFill>
                <a:latin typeface="+mj-lt"/>
              </a:defRPr>
            </a:lvl3pPr>
            <a:lvl4pPr marL="1371600" indent="0">
              <a:buFont typeface="+mj-lt"/>
              <a:buNone/>
              <a:defRPr sz="1400">
                <a:solidFill>
                  <a:schemeClr val="bg1"/>
                </a:solidFill>
                <a:latin typeface="+mj-lt"/>
              </a:defRPr>
            </a:lvl4pPr>
            <a:lvl5pPr marL="1828800" indent="0">
              <a:buFont typeface="+mj-lt"/>
              <a:buNone/>
              <a:defRPr sz="1400">
                <a:solidFill>
                  <a:schemeClr val="bg1"/>
                </a:solidFill>
                <a:latin typeface="+mj-lt"/>
              </a:defRPr>
            </a:lvl5pPr>
          </a:lstStyle>
          <a:p>
            <a:pPr lvl="0"/>
            <a:r>
              <a:rPr lang="en-US"/>
              <a:t>7. Seventh Slide</a:t>
            </a:r>
          </a:p>
        </p:txBody>
      </p:sp>
      <p:sp>
        <p:nvSpPr>
          <p:cNvPr id="3" name="Slide Number Placeholder 2">
            <a:extLst>
              <a:ext uri="{FF2B5EF4-FFF2-40B4-BE49-F238E27FC236}">
                <a16:creationId xmlns:a16="http://schemas.microsoft.com/office/drawing/2014/main" id="{B599FEE7-0719-124A-BA6A-4D10A1F2FB93}"/>
              </a:ext>
            </a:extLst>
          </p:cNvPr>
          <p:cNvSpPr>
            <a:spLocks noGrp="1"/>
          </p:cNvSpPr>
          <p:nvPr>
            <p:ph type="sldNum" sz="quarter" idx="10"/>
          </p:nvPr>
        </p:nvSpPr>
        <p:spPr/>
        <p:txBody>
          <a:bodyPr/>
          <a:lstStyle/>
          <a:p>
            <a:fld id="{DBD5050C-AA03-7C4B-BAB2-B82E960585A0}" type="slidenum">
              <a:rPr lang="en-US" smtClean="0">
                <a:solidFill>
                  <a:schemeClr val="bg1"/>
                </a:solidFill>
              </a:rPr>
              <a:pPr/>
              <a:t>‹#›</a:t>
            </a:fld>
            <a:endParaRPr lang="en-US">
              <a:solidFill>
                <a:schemeClr val="bg1"/>
              </a:solidFill>
            </a:endParaRPr>
          </a:p>
        </p:txBody>
      </p:sp>
      <p:sp>
        <p:nvSpPr>
          <p:cNvPr id="8" name="Slide Number Placeholder 5">
            <a:extLst>
              <a:ext uri="{FF2B5EF4-FFF2-40B4-BE49-F238E27FC236}">
                <a16:creationId xmlns:a16="http://schemas.microsoft.com/office/drawing/2014/main" id="{F7E927F6-C7CC-3248-A03C-BE8D2B86F97F}"/>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chemeClr val="bg1"/>
                </a:solidFill>
              </a:rPr>
              <a:pPr/>
              <a:t>‹#›</a:t>
            </a:fld>
            <a:endParaRPr lang="en-US">
              <a:solidFill>
                <a:schemeClr val="bg1"/>
              </a:solidFill>
            </a:endParaRPr>
          </a:p>
        </p:txBody>
      </p:sp>
      <p:cxnSp>
        <p:nvCxnSpPr>
          <p:cNvPr id="9" name="Straight Connector 8">
            <a:extLst>
              <a:ext uri="{FF2B5EF4-FFF2-40B4-BE49-F238E27FC236}">
                <a16:creationId xmlns:a16="http://schemas.microsoft.com/office/drawing/2014/main" id="{4EA14FED-5348-034A-B738-C84A9C8EEA0C}"/>
              </a:ext>
            </a:extLst>
          </p:cNvPr>
          <p:cNvCxnSpPr/>
          <p:nvPr userDrawn="1"/>
        </p:nvCxnSpPr>
        <p:spPr>
          <a:xfrm>
            <a:off x="11060482" y="6434693"/>
            <a:ext cx="0" cy="20116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7867FA3-3CF8-354D-B4CE-27AF1934EB9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4" y="6434692"/>
            <a:ext cx="684549" cy="201167"/>
          </a:xfrm>
          <a:prstGeom prst="rect">
            <a:avLst/>
          </a:prstGeom>
        </p:spPr>
      </p:pic>
    </p:spTree>
    <p:extLst>
      <p:ext uri="{BB962C8B-B14F-4D97-AF65-F5344CB8AC3E}">
        <p14:creationId xmlns:p14="http://schemas.microsoft.com/office/powerpoint/2010/main" val="36385014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ue_Key_Topic">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FB6811-ACD0-DA45-9EA5-12DCF5AC9389}"/>
              </a:ext>
            </a:extLst>
          </p:cNvPr>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l="16229" t="19621" b="24816"/>
          <a:stretch/>
        </p:blipFill>
        <p:spPr>
          <a:xfrm>
            <a:off x="0" y="0"/>
            <a:ext cx="9826906" cy="6858000"/>
          </a:xfrm>
          <a:prstGeom prst="rect">
            <a:avLst/>
          </a:prstGeom>
        </p:spPr>
      </p:pic>
      <p:sp>
        <p:nvSpPr>
          <p:cNvPr id="12" name="Text Placeholder 16">
            <a:extLst>
              <a:ext uri="{FF2B5EF4-FFF2-40B4-BE49-F238E27FC236}">
                <a16:creationId xmlns:a16="http://schemas.microsoft.com/office/drawing/2014/main" id="{4131650A-5DEE-A844-AEB0-643BE793599C}"/>
              </a:ext>
            </a:extLst>
          </p:cNvPr>
          <p:cNvSpPr>
            <a:spLocks noGrp="1"/>
          </p:cNvSpPr>
          <p:nvPr>
            <p:ph type="body" sz="quarter" idx="13" hasCustomPrompt="1"/>
          </p:nvPr>
        </p:nvSpPr>
        <p:spPr>
          <a:xfrm>
            <a:off x="3311467" y="3790699"/>
            <a:ext cx="5710237" cy="365125"/>
          </a:xfrm>
          <a:prstGeom prst="rect">
            <a:avLst/>
          </a:prstGeom>
        </p:spPr>
        <p:txBody>
          <a:bodyPr/>
          <a:lstStyle>
            <a:lvl1pPr algn="ctr">
              <a:buNone/>
              <a:defRPr sz="1800">
                <a:solidFill>
                  <a:schemeClr val="bg1"/>
                </a:solidFill>
                <a:latin typeface="+mj-lt"/>
              </a:defRPr>
            </a:lvl1pPr>
          </a:lstStyle>
          <a:p>
            <a:pPr lvl="0"/>
            <a:r>
              <a:rPr lang="en-US"/>
              <a:t>A little subtitle just in case</a:t>
            </a:r>
          </a:p>
        </p:txBody>
      </p:sp>
      <p:sp>
        <p:nvSpPr>
          <p:cNvPr id="9" name="Title 1">
            <a:extLst>
              <a:ext uri="{FF2B5EF4-FFF2-40B4-BE49-F238E27FC236}">
                <a16:creationId xmlns:a16="http://schemas.microsoft.com/office/drawing/2014/main" id="{76B1C4E0-281F-CB4D-AC66-927372FAD651}"/>
              </a:ext>
            </a:extLst>
          </p:cNvPr>
          <p:cNvSpPr>
            <a:spLocks noGrp="1"/>
          </p:cNvSpPr>
          <p:nvPr>
            <p:ph type="title" hasCustomPrompt="1"/>
          </p:nvPr>
        </p:nvSpPr>
        <p:spPr>
          <a:xfrm>
            <a:off x="2194158" y="3039214"/>
            <a:ext cx="7960094" cy="664622"/>
          </a:xfrm>
          <a:prstGeom prst="rect">
            <a:avLst/>
          </a:prstGeom>
        </p:spPr>
        <p:txBody>
          <a:bodyPr/>
          <a:lstStyle>
            <a:lvl1pPr algn="ctr">
              <a:buFont typeface="Arial" panose="020B0604020202020204" pitchFamily="34" charset="0"/>
              <a:buNone/>
              <a:defRPr sz="4400" spc="0" baseline="0">
                <a:solidFill>
                  <a:schemeClr val="bg1"/>
                </a:solidFill>
              </a:defRPr>
            </a:lvl1pPr>
          </a:lstStyle>
          <a:p>
            <a:r>
              <a:rPr lang="en-US"/>
              <a:t>Key Topic Headline</a:t>
            </a:r>
          </a:p>
        </p:txBody>
      </p:sp>
      <p:sp>
        <p:nvSpPr>
          <p:cNvPr id="10" name="Text Placeholder 12">
            <a:extLst>
              <a:ext uri="{FF2B5EF4-FFF2-40B4-BE49-F238E27FC236}">
                <a16:creationId xmlns:a16="http://schemas.microsoft.com/office/drawing/2014/main" id="{79388553-A34A-AB43-B258-E076A08BC744}"/>
              </a:ext>
            </a:extLst>
          </p:cNvPr>
          <p:cNvSpPr>
            <a:spLocks noGrp="1"/>
          </p:cNvSpPr>
          <p:nvPr>
            <p:ph type="body" sz="quarter" idx="11" hasCustomPrompt="1"/>
          </p:nvPr>
        </p:nvSpPr>
        <p:spPr>
          <a:xfrm>
            <a:off x="5462529" y="307918"/>
            <a:ext cx="1408112" cy="616595"/>
          </a:xfrm>
          <a:prstGeom prst="rect">
            <a:avLst/>
          </a:prstGeom>
        </p:spPr>
        <p:txBody>
          <a:bodyPr/>
          <a:lstStyle>
            <a:lvl1pPr algn="ctr">
              <a:buNone/>
              <a:defRPr sz="4400">
                <a:solidFill>
                  <a:srgbClr val="BBD9F2"/>
                </a:solidFill>
                <a:latin typeface="+mj-lt"/>
              </a:defRPr>
            </a:lvl1pPr>
            <a:lvl2pPr algn="ctr">
              <a:defRPr sz="4400"/>
            </a:lvl2pPr>
            <a:lvl3pPr algn="ctr">
              <a:defRPr sz="4400"/>
            </a:lvl3pPr>
            <a:lvl4pPr algn="ctr">
              <a:defRPr sz="4400"/>
            </a:lvl4pPr>
            <a:lvl5pPr algn="ctr">
              <a:defRPr sz="4400"/>
            </a:lvl5pPr>
          </a:lstStyle>
          <a:p>
            <a:pPr lvl="0"/>
            <a:r>
              <a:rPr lang="en-US"/>
              <a:t>01.</a:t>
            </a:r>
          </a:p>
        </p:txBody>
      </p:sp>
      <p:sp>
        <p:nvSpPr>
          <p:cNvPr id="11" name="Text Placeholder 14">
            <a:extLst>
              <a:ext uri="{FF2B5EF4-FFF2-40B4-BE49-F238E27FC236}">
                <a16:creationId xmlns:a16="http://schemas.microsoft.com/office/drawing/2014/main" id="{29D2DD1D-771E-2246-AA2C-190B05EDF2C7}"/>
              </a:ext>
            </a:extLst>
          </p:cNvPr>
          <p:cNvSpPr>
            <a:spLocks noGrp="1"/>
          </p:cNvSpPr>
          <p:nvPr>
            <p:ph type="body" sz="quarter" idx="12" hasCustomPrompt="1"/>
          </p:nvPr>
        </p:nvSpPr>
        <p:spPr>
          <a:xfrm>
            <a:off x="3524985" y="2657712"/>
            <a:ext cx="5283200" cy="363874"/>
          </a:xfrm>
          <a:prstGeom prst="rect">
            <a:avLst/>
          </a:prstGeom>
        </p:spPr>
        <p:txBody>
          <a:bodyPr/>
          <a:lstStyle>
            <a:lvl1pPr algn="ctr">
              <a:buNone/>
              <a:defRPr sz="1600" b="0" i="0" spc="0" baseline="0">
                <a:solidFill>
                  <a:schemeClr val="bg1"/>
                </a:solidFill>
                <a:latin typeface="Roboto" panose="02000000000000000000" pitchFamily="2" charset="0"/>
                <a:ea typeface="Roboto" panose="02000000000000000000" pitchFamily="2" charset="0"/>
                <a:cs typeface="Roboto" panose="02000000000000000000" pitchFamily="2" charset="0"/>
              </a:defRPr>
            </a:lvl1pPr>
            <a:lvl2pPr algn="ctr">
              <a:defRPr sz="1600" b="0" i="0">
                <a:latin typeface="Roboto" panose="02000000000000000000" pitchFamily="2" charset="0"/>
                <a:ea typeface="Roboto" panose="02000000000000000000" pitchFamily="2" charset="0"/>
                <a:cs typeface="Roboto" panose="02000000000000000000" pitchFamily="2" charset="0"/>
              </a:defRPr>
            </a:lvl2pPr>
            <a:lvl3pPr algn="ctr">
              <a:defRPr sz="1600" b="0" i="0">
                <a:latin typeface="Roboto" panose="02000000000000000000" pitchFamily="2" charset="0"/>
                <a:ea typeface="Roboto" panose="02000000000000000000" pitchFamily="2" charset="0"/>
                <a:cs typeface="Roboto" panose="02000000000000000000" pitchFamily="2" charset="0"/>
              </a:defRPr>
            </a:lvl3pPr>
            <a:lvl4pPr algn="ctr">
              <a:defRPr sz="1600" b="0" i="0">
                <a:latin typeface="Roboto" panose="02000000000000000000" pitchFamily="2" charset="0"/>
                <a:ea typeface="Roboto" panose="02000000000000000000" pitchFamily="2" charset="0"/>
                <a:cs typeface="Roboto" panose="02000000000000000000" pitchFamily="2" charset="0"/>
              </a:defRPr>
            </a:lvl4pPr>
            <a:lvl5pPr algn="ctr">
              <a:defRPr sz="1600" b="0" i="0">
                <a:latin typeface="Roboto" panose="02000000000000000000" pitchFamily="2" charset="0"/>
                <a:ea typeface="Roboto" panose="02000000000000000000" pitchFamily="2" charset="0"/>
                <a:cs typeface="Roboto" panose="02000000000000000000" pitchFamily="2" charset="0"/>
              </a:defRPr>
            </a:lvl5pPr>
          </a:lstStyle>
          <a:p>
            <a:pPr lvl="0"/>
            <a:r>
              <a:rPr lang="en-US"/>
              <a:t>SMALL LABEL HERE</a:t>
            </a:r>
          </a:p>
        </p:txBody>
      </p:sp>
      <p:sp>
        <p:nvSpPr>
          <p:cNvPr id="3" name="Slide Number Placeholder 2">
            <a:extLst>
              <a:ext uri="{FF2B5EF4-FFF2-40B4-BE49-F238E27FC236}">
                <a16:creationId xmlns:a16="http://schemas.microsoft.com/office/drawing/2014/main" id="{78B0CC0B-A129-E848-93F2-12A7324C1287}"/>
              </a:ext>
            </a:extLst>
          </p:cNvPr>
          <p:cNvSpPr>
            <a:spLocks noGrp="1"/>
          </p:cNvSpPr>
          <p:nvPr>
            <p:ph type="sldNum" sz="quarter" idx="10"/>
          </p:nvPr>
        </p:nvSpPr>
        <p:spPr/>
        <p:txBody>
          <a:bodyPr/>
          <a:lstStyle/>
          <a:p>
            <a:fld id="{DBD5050C-AA03-7C4B-BAB2-B82E960585A0}" type="slidenum">
              <a:rPr lang="en-US" smtClean="0">
                <a:solidFill>
                  <a:schemeClr val="bg1"/>
                </a:solidFill>
              </a:rPr>
              <a:pPr/>
              <a:t>‹#›</a:t>
            </a:fld>
            <a:endParaRPr lang="en-US">
              <a:solidFill>
                <a:schemeClr val="bg1"/>
              </a:solidFill>
            </a:endParaRPr>
          </a:p>
        </p:txBody>
      </p:sp>
    </p:spTree>
    <p:extLst>
      <p:ext uri="{BB962C8B-B14F-4D97-AF65-F5344CB8AC3E}">
        <p14:creationId xmlns:p14="http://schemas.microsoft.com/office/powerpoint/2010/main" val="22955671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ue_Statistic_Gri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EDB831D-FF0E-6041-9ECA-253632A0B4A2}"/>
              </a:ext>
            </a:extLst>
          </p:cNvPr>
          <p:cNvSpPr>
            <a:spLocks noGrp="1"/>
          </p:cNvSpPr>
          <p:nvPr>
            <p:ph type="body" sz="quarter" idx="23" hasCustomPrompt="1"/>
          </p:nvPr>
        </p:nvSpPr>
        <p:spPr>
          <a:xfrm>
            <a:off x="8435860" y="3599374"/>
            <a:ext cx="3298940" cy="384401"/>
          </a:xfrm>
          <a:prstGeom prst="rect">
            <a:avLst/>
          </a:prstGeom>
        </p:spPr>
        <p:txBody>
          <a:bodyPr/>
          <a:lstStyle>
            <a:lvl1pPr marL="0" indent="0">
              <a:buNone/>
              <a:defRPr sz="1800">
                <a:solidFill>
                  <a:schemeClr val="bg1"/>
                </a:solidFill>
                <a:latin typeface="+mj-lt"/>
              </a:defRPr>
            </a:lvl1pPr>
            <a:lvl2pPr indent="0">
              <a:buNone/>
              <a:defRPr sz="1800">
                <a:latin typeface="+mj-lt"/>
              </a:defRPr>
            </a:lvl2pPr>
            <a:lvl3pPr indent="0">
              <a:buNone/>
              <a:defRPr sz="1800">
                <a:latin typeface="+mj-lt"/>
              </a:defRPr>
            </a:lvl3pPr>
            <a:lvl4pPr indent="0">
              <a:buNone/>
              <a:defRPr sz="1800">
                <a:latin typeface="+mj-lt"/>
              </a:defRPr>
            </a:lvl4pPr>
            <a:lvl5pPr indent="0">
              <a:buNone/>
              <a:defRPr sz="1800">
                <a:latin typeface="+mj-lt"/>
              </a:defRPr>
            </a:lvl5pPr>
          </a:lstStyle>
          <a:p>
            <a:pPr lvl="0"/>
            <a:r>
              <a:rPr lang="en-US"/>
              <a:t>Small Headline Here</a:t>
            </a:r>
          </a:p>
        </p:txBody>
      </p:sp>
      <p:sp>
        <p:nvSpPr>
          <p:cNvPr id="67" name="Title 1">
            <a:extLst>
              <a:ext uri="{FF2B5EF4-FFF2-40B4-BE49-F238E27FC236}">
                <a16:creationId xmlns:a16="http://schemas.microsoft.com/office/drawing/2014/main" id="{95582D47-7BB0-094F-BC03-2AF7E9309B6A}"/>
              </a:ext>
            </a:extLst>
          </p:cNvPr>
          <p:cNvSpPr>
            <a:spLocks noGrp="1"/>
          </p:cNvSpPr>
          <p:nvPr>
            <p:ph type="title" hasCustomPrompt="1"/>
          </p:nvPr>
        </p:nvSpPr>
        <p:spPr>
          <a:xfrm>
            <a:off x="8435860" y="809351"/>
            <a:ext cx="3298940" cy="405143"/>
          </a:xfrm>
          <a:prstGeom prst="rect">
            <a:avLst/>
          </a:prstGeom>
        </p:spPr>
        <p:txBody>
          <a:bodyPr/>
          <a:lstStyle>
            <a:lvl1pPr>
              <a:defRPr sz="1800" spc="0" baseline="0">
                <a:solidFill>
                  <a:schemeClr val="bg1"/>
                </a:solidFill>
              </a:defRPr>
            </a:lvl1pPr>
          </a:lstStyle>
          <a:p>
            <a:r>
              <a:rPr lang="en-US"/>
              <a:t>Small Headline Here</a:t>
            </a:r>
          </a:p>
        </p:txBody>
      </p:sp>
      <p:sp>
        <p:nvSpPr>
          <p:cNvPr id="68" name="Text Placeholder 25">
            <a:extLst>
              <a:ext uri="{FF2B5EF4-FFF2-40B4-BE49-F238E27FC236}">
                <a16:creationId xmlns:a16="http://schemas.microsoft.com/office/drawing/2014/main" id="{CA27E16D-3EA7-1245-9543-DAAF6972CEAA}"/>
              </a:ext>
            </a:extLst>
          </p:cNvPr>
          <p:cNvSpPr>
            <a:spLocks noGrp="1"/>
          </p:cNvSpPr>
          <p:nvPr>
            <p:ph type="body" sz="quarter" idx="11" hasCustomPrompt="1"/>
          </p:nvPr>
        </p:nvSpPr>
        <p:spPr>
          <a:xfrm>
            <a:off x="8435860" y="1232424"/>
            <a:ext cx="3298940" cy="2160369"/>
          </a:xfrm>
          <a:prstGeom prst="rect">
            <a:avLst/>
          </a:prstGeom>
        </p:spPr>
        <p:txBody>
          <a:bodyPr/>
          <a:lstStyle>
            <a:lvl1pPr marL="137160" indent="-137160">
              <a:lnSpc>
                <a:spcPct val="100000"/>
              </a:lnSpc>
              <a:spcBef>
                <a:spcPts val="0"/>
              </a:spcBef>
              <a:spcAft>
                <a:spcPts val="1400"/>
              </a:spcAft>
              <a:buFont typeface="Arial" panose="020B0604020202020204" pitchFamily="34" charset="0"/>
              <a:buChar char="•"/>
              <a:defRPr sz="1200">
                <a:solidFill>
                  <a:schemeClr val="bg1"/>
                </a:solidFill>
              </a:defRPr>
            </a:lvl1pPr>
            <a:lvl2pPr marL="628650" indent="-171450">
              <a:buFont typeface="Arial" panose="020B0604020202020204" pitchFamily="34" charset="0"/>
              <a:buChar char="•"/>
              <a:defRPr/>
            </a:lvl2pPr>
            <a:lvl3pPr marL="1085850" indent="-1714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a:t>Here’s some placeholder text. Delete this text and add your own text. Here’s some placeholder text.</a:t>
            </a:r>
          </a:p>
          <a:p>
            <a:pPr lvl="0"/>
            <a:r>
              <a:rPr lang="en-US"/>
              <a:t>Here’s some placeholder text. Delete this text and add your own text. </a:t>
            </a:r>
          </a:p>
          <a:p>
            <a:pPr lvl="0"/>
            <a:r>
              <a:rPr lang="en-US"/>
              <a:t>Here’s some placeholder text. Delete this text and add your own text. Here’s some placeholder text.</a:t>
            </a:r>
          </a:p>
        </p:txBody>
      </p:sp>
      <p:sp>
        <p:nvSpPr>
          <p:cNvPr id="70" name="Text Placeholder 25">
            <a:extLst>
              <a:ext uri="{FF2B5EF4-FFF2-40B4-BE49-F238E27FC236}">
                <a16:creationId xmlns:a16="http://schemas.microsoft.com/office/drawing/2014/main" id="{6C4A309D-3C3D-254E-903B-8B507BFC0FA2}"/>
              </a:ext>
            </a:extLst>
          </p:cNvPr>
          <p:cNvSpPr>
            <a:spLocks noGrp="1"/>
          </p:cNvSpPr>
          <p:nvPr>
            <p:ph type="body" sz="quarter" idx="22" hasCustomPrompt="1"/>
          </p:nvPr>
        </p:nvSpPr>
        <p:spPr>
          <a:xfrm>
            <a:off x="8435860" y="4016446"/>
            <a:ext cx="3298940" cy="2160369"/>
          </a:xfrm>
          <a:prstGeom prst="rect">
            <a:avLst/>
          </a:prstGeom>
        </p:spPr>
        <p:txBody>
          <a:bodyPr/>
          <a:lstStyle>
            <a:lvl1pPr marL="137160" indent="-137160">
              <a:lnSpc>
                <a:spcPct val="100000"/>
              </a:lnSpc>
              <a:spcBef>
                <a:spcPts val="0"/>
              </a:spcBef>
              <a:spcAft>
                <a:spcPts val="1400"/>
              </a:spcAft>
              <a:buFont typeface="Arial" panose="020B0604020202020204" pitchFamily="34" charset="0"/>
              <a:buChar char="•"/>
              <a:defRPr sz="1200">
                <a:solidFill>
                  <a:schemeClr val="bg1"/>
                </a:solidFill>
              </a:defRPr>
            </a:lvl1pPr>
            <a:lvl2pPr marL="628650" indent="-171450">
              <a:buFont typeface="Arial" panose="020B0604020202020204" pitchFamily="34" charset="0"/>
              <a:buChar char="•"/>
              <a:defRPr/>
            </a:lvl2pPr>
            <a:lvl3pPr marL="1085850" indent="-1714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a:t>Here’s some placeholder text. Delete this text and add your own text. Here’s some placeholder text.</a:t>
            </a:r>
          </a:p>
          <a:p>
            <a:pPr lvl="0"/>
            <a:r>
              <a:rPr lang="en-US"/>
              <a:t>Here’s some placeholder text. Delete this text and add your own text. </a:t>
            </a:r>
          </a:p>
          <a:p>
            <a:pPr lvl="0"/>
            <a:r>
              <a:rPr lang="en-US"/>
              <a:t>Here’s some placeholder text. Delete this text and add your own text. Here’s some placeholder text.</a:t>
            </a:r>
          </a:p>
        </p:txBody>
      </p:sp>
      <p:sp>
        <p:nvSpPr>
          <p:cNvPr id="57" name="Rectangle 56">
            <a:extLst>
              <a:ext uri="{FF2B5EF4-FFF2-40B4-BE49-F238E27FC236}">
                <a16:creationId xmlns:a16="http://schemas.microsoft.com/office/drawing/2014/main" id="{5C179D1C-259A-3142-87FC-194940F51A5E}"/>
              </a:ext>
            </a:extLst>
          </p:cNvPr>
          <p:cNvSpPr/>
          <p:nvPr userDrawn="1"/>
        </p:nvSpPr>
        <p:spPr>
          <a:xfrm>
            <a:off x="0" y="0"/>
            <a:ext cx="797024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28FB5DF-3C75-474A-B866-925E99838CBF}"/>
              </a:ext>
            </a:extLst>
          </p:cNvPr>
          <p:cNvSpPr/>
          <p:nvPr userDrawn="1"/>
        </p:nvSpPr>
        <p:spPr>
          <a:xfrm>
            <a:off x="2613583" y="2355189"/>
            <a:ext cx="2710900" cy="2258755"/>
          </a:xfrm>
          <a:prstGeom prst="rect">
            <a:avLst/>
          </a:prstGeom>
          <a:solidFill>
            <a:srgbClr val="1148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 Placeholder 39">
            <a:extLst>
              <a:ext uri="{FF2B5EF4-FFF2-40B4-BE49-F238E27FC236}">
                <a16:creationId xmlns:a16="http://schemas.microsoft.com/office/drawing/2014/main" id="{CF6001F2-6726-724A-8062-00A8DFEF7892}"/>
              </a:ext>
            </a:extLst>
          </p:cNvPr>
          <p:cNvSpPr>
            <a:spLocks noGrp="1"/>
          </p:cNvSpPr>
          <p:nvPr>
            <p:ph type="body" sz="quarter" idx="21" hasCustomPrompt="1"/>
          </p:nvPr>
        </p:nvSpPr>
        <p:spPr>
          <a:xfrm>
            <a:off x="2608930" y="2680724"/>
            <a:ext cx="2710900" cy="1624239"/>
          </a:xfrm>
          <a:prstGeom prst="rect">
            <a:avLst/>
          </a:prstGeom>
        </p:spPr>
        <p:txBody>
          <a:bodyPr anchor="ctr"/>
          <a:lstStyle>
            <a:lvl1pPr marL="0" indent="0" algn="ctr">
              <a:lnSpc>
                <a:spcPct val="100000"/>
              </a:lnSpc>
              <a:buFontTx/>
              <a:buNone/>
              <a:defRPr sz="3600" b="1" i="0" spc="0" baseline="0">
                <a:solidFill>
                  <a:schemeClr val="bg1"/>
                </a:solidFill>
                <a:latin typeface="Roboto Black" panose="02000000000000000000" pitchFamily="2" charset="0"/>
                <a:ea typeface="Roboto Black" panose="02000000000000000000" pitchFamily="2" charset="0"/>
                <a:cs typeface="Roboto Black" panose="02000000000000000000" pitchFamily="2" charset="0"/>
              </a:defRPr>
            </a:lvl1pPr>
            <a:lvl2pPr algn="ctr">
              <a:defRPr sz="2800" b="1" i="0">
                <a:solidFill>
                  <a:srgbClr val="082957"/>
                </a:solidFill>
                <a:latin typeface="Roboto Black" panose="02000000000000000000" pitchFamily="2" charset="0"/>
                <a:ea typeface="Roboto Black" panose="02000000000000000000" pitchFamily="2" charset="0"/>
                <a:cs typeface="Roboto Black" panose="02000000000000000000" pitchFamily="2" charset="0"/>
              </a:defRPr>
            </a:lvl2pPr>
            <a:lvl3pPr algn="ctr">
              <a:defRPr sz="2800" b="1" i="0">
                <a:solidFill>
                  <a:srgbClr val="082957"/>
                </a:solidFill>
                <a:latin typeface="Roboto Black" panose="02000000000000000000" pitchFamily="2" charset="0"/>
                <a:ea typeface="Roboto Black" panose="02000000000000000000" pitchFamily="2" charset="0"/>
                <a:cs typeface="Roboto Black" panose="02000000000000000000" pitchFamily="2" charset="0"/>
              </a:defRPr>
            </a:lvl3pPr>
            <a:lvl4pPr algn="ctr">
              <a:defRPr sz="2800" b="1" i="0">
                <a:solidFill>
                  <a:srgbClr val="082957"/>
                </a:solidFill>
                <a:latin typeface="Roboto Black" panose="02000000000000000000" pitchFamily="2" charset="0"/>
                <a:ea typeface="Roboto Black" panose="02000000000000000000" pitchFamily="2" charset="0"/>
                <a:cs typeface="Roboto Black" panose="02000000000000000000" pitchFamily="2" charset="0"/>
              </a:defRPr>
            </a:lvl4pPr>
            <a:lvl5pPr algn="ctr">
              <a:defRPr sz="2800" b="1" i="0">
                <a:solidFill>
                  <a:srgbClr val="082957"/>
                </a:solidFill>
                <a:latin typeface="Roboto Black" panose="02000000000000000000" pitchFamily="2" charset="0"/>
                <a:ea typeface="Roboto Black" panose="02000000000000000000" pitchFamily="2" charset="0"/>
                <a:cs typeface="Roboto Black" panose="02000000000000000000" pitchFamily="2" charset="0"/>
              </a:defRPr>
            </a:lvl5pPr>
          </a:lstStyle>
          <a:p>
            <a:pPr lvl="0"/>
            <a:r>
              <a:rPr lang="en-US"/>
              <a:t>Short Headline Goes Here</a:t>
            </a:r>
          </a:p>
        </p:txBody>
      </p:sp>
      <p:sp>
        <p:nvSpPr>
          <p:cNvPr id="58" name="Text Placeholder 29">
            <a:extLst>
              <a:ext uri="{FF2B5EF4-FFF2-40B4-BE49-F238E27FC236}">
                <a16:creationId xmlns:a16="http://schemas.microsoft.com/office/drawing/2014/main" id="{41A1AA91-ABF5-FA49-A56B-05D5511D74EB}"/>
              </a:ext>
            </a:extLst>
          </p:cNvPr>
          <p:cNvSpPr>
            <a:spLocks noGrp="1"/>
          </p:cNvSpPr>
          <p:nvPr>
            <p:ph type="body" sz="quarter" idx="13" hasCustomPrompt="1"/>
          </p:nvPr>
        </p:nvSpPr>
        <p:spPr>
          <a:xfrm>
            <a:off x="2979460" y="541688"/>
            <a:ext cx="1997075" cy="536451"/>
          </a:xfrm>
          <a:prstGeom prst="rect">
            <a:avLst/>
          </a:prstGeom>
        </p:spPr>
        <p:txBody>
          <a:bodyPr/>
          <a:lstStyle>
            <a:lvl1pPr algn="ctr">
              <a:buNone/>
              <a:defRPr sz="4000" b="1" i="0" spc="100" baseline="0">
                <a:solidFill>
                  <a:schemeClr val="tx1"/>
                </a:solidFill>
                <a:latin typeface="Roboto Black" panose="02000000000000000000" pitchFamily="2" charset="0"/>
                <a:ea typeface="Roboto Black" panose="02000000000000000000" pitchFamily="2" charset="0"/>
                <a:cs typeface="Roboto Black" panose="02000000000000000000" pitchFamily="2" charset="0"/>
              </a:defRPr>
            </a:lvl1pPr>
          </a:lstStyle>
          <a:p>
            <a:pPr lvl="0"/>
            <a:r>
              <a:rPr lang="en-US"/>
              <a:t>XXXX</a:t>
            </a:r>
          </a:p>
        </p:txBody>
      </p:sp>
      <p:sp>
        <p:nvSpPr>
          <p:cNvPr id="59" name="Text Placeholder 31">
            <a:extLst>
              <a:ext uri="{FF2B5EF4-FFF2-40B4-BE49-F238E27FC236}">
                <a16:creationId xmlns:a16="http://schemas.microsoft.com/office/drawing/2014/main" id="{45D2E028-D8D7-9D49-985B-28CF4338A80F}"/>
              </a:ext>
            </a:extLst>
          </p:cNvPr>
          <p:cNvSpPr>
            <a:spLocks noGrp="1"/>
          </p:cNvSpPr>
          <p:nvPr>
            <p:ph type="body" sz="quarter" idx="14" hasCustomPrompt="1"/>
          </p:nvPr>
        </p:nvSpPr>
        <p:spPr>
          <a:xfrm>
            <a:off x="2979461" y="1084466"/>
            <a:ext cx="1997074" cy="699901"/>
          </a:xfrm>
          <a:prstGeom prst="rect">
            <a:avLst/>
          </a:prstGeom>
        </p:spPr>
        <p:txBody>
          <a:bodyPr/>
          <a:lstStyle>
            <a:lvl1pPr marL="0" indent="0" algn="ctr">
              <a:lnSpc>
                <a:spcPct val="100000"/>
              </a:lnSpc>
              <a:buNone/>
              <a:defRPr sz="1400">
                <a:solidFill>
                  <a:schemeClr val="tx1"/>
                </a:solidFill>
              </a:defRPr>
            </a:lvl1pPr>
            <a:lvl2pPr algn="ctr">
              <a:defRPr>
                <a:solidFill>
                  <a:srgbClr val="082957"/>
                </a:solidFill>
              </a:defRPr>
            </a:lvl2pPr>
            <a:lvl3pPr algn="ctr">
              <a:defRPr>
                <a:solidFill>
                  <a:srgbClr val="082957"/>
                </a:solidFill>
              </a:defRPr>
            </a:lvl3pPr>
            <a:lvl4pPr algn="ctr">
              <a:defRPr>
                <a:solidFill>
                  <a:srgbClr val="082957"/>
                </a:solidFill>
              </a:defRPr>
            </a:lvl4pPr>
            <a:lvl5pPr algn="ctr">
              <a:defRPr>
                <a:solidFill>
                  <a:srgbClr val="082957"/>
                </a:solidFill>
              </a:defRPr>
            </a:lvl5pPr>
          </a:lstStyle>
          <a:p>
            <a:pPr lvl="0"/>
            <a:r>
              <a:rPr lang="en-US"/>
              <a:t>Statistics information will go here and in this space here and here</a:t>
            </a:r>
          </a:p>
        </p:txBody>
      </p:sp>
      <p:sp>
        <p:nvSpPr>
          <p:cNvPr id="60" name="Text Placeholder 29">
            <a:extLst>
              <a:ext uri="{FF2B5EF4-FFF2-40B4-BE49-F238E27FC236}">
                <a16:creationId xmlns:a16="http://schemas.microsoft.com/office/drawing/2014/main" id="{41EC5670-116B-634D-917C-E7B6CCAD17FC}"/>
              </a:ext>
            </a:extLst>
          </p:cNvPr>
          <p:cNvSpPr>
            <a:spLocks noGrp="1"/>
          </p:cNvSpPr>
          <p:nvPr>
            <p:ph type="body" sz="quarter" idx="15" hasCustomPrompt="1"/>
          </p:nvPr>
        </p:nvSpPr>
        <p:spPr>
          <a:xfrm>
            <a:off x="2979460" y="5064702"/>
            <a:ext cx="1997075" cy="536451"/>
          </a:xfrm>
          <a:prstGeom prst="rect">
            <a:avLst/>
          </a:prstGeom>
        </p:spPr>
        <p:txBody>
          <a:bodyPr/>
          <a:lstStyle>
            <a:lvl1pPr algn="ctr">
              <a:buNone/>
              <a:defRPr sz="4000" b="1" i="0" spc="100" baseline="0">
                <a:solidFill>
                  <a:schemeClr val="tx1"/>
                </a:solidFill>
                <a:latin typeface="Roboto Black" panose="02000000000000000000" pitchFamily="2" charset="0"/>
                <a:ea typeface="Roboto Black" panose="02000000000000000000" pitchFamily="2" charset="0"/>
                <a:cs typeface="Roboto Black" panose="02000000000000000000" pitchFamily="2" charset="0"/>
              </a:defRPr>
            </a:lvl1pPr>
          </a:lstStyle>
          <a:p>
            <a:pPr lvl="0"/>
            <a:r>
              <a:rPr lang="en-US"/>
              <a:t>XXXX</a:t>
            </a:r>
          </a:p>
        </p:txBody>
      </p:sp>
      <p:sp>
        <p:nvSpPr>
          <p:cNvPr id="61" name="Text Placeholder 31">
            <a:extLst>
              <a:ext uri="{FF2B5EF4-FFF2-40B4-BE49-F238E27FC236}">
                <a16:creationId xmlns:a16="http://schemas.microsoft.com/office/drawing/2014/main" id="{3CDBC854-FFB0-604E-9DAC-732E3A1C2E1F}"/>
              </a:ext>
            </a:extLst>
          </p:cNvPr>
          <p:cNvSpPr>
            <a:spLocks noGrp="1"/>
          </p:cNvSpPr>
          <p:nvPr>
            <p:ph type="body" sz="quarter" idx="16" hasCustomPrompt="1"/>
          </p:nvPr>
        </p:nvSpPr>
        <p:spPr>
          <a:xfrm>
            <a:off x="2979461" y="5607480"/>
            <a:ext cx="1997074" cy="699901"/>
          </a:xfrm>
          <a:prstGeom prst="rect">
            <a:avLst/>
          </a:prstGeom>
        </p:spPr>
        <p:txBody>
          <a:bodyPr/>
          <a:lstStyle>
            <a:lvl1pPr marL="0" indent="0" algn="ctr">
              <a:lnSpc>
                <a:spcPct val="100000"/>
              </a:lnSpc>
              <a:buNone/>
              <a:defRPr sz="1400">
                <a:solidFill>
                  <a:schemeClr val="tx1"/>
                </a:solidFill>
              </a:defRPr>
            </a:lvl1pPr>
            <a:lvl2pPr algn="ctr">
              <a:defRPr>
                <a:solidFill>
                  <a:srgbClr val="082957"/>
                </a:solidFill>
              </a:defRPr>
            </a:lvl2pPr>
            <a:lvl3pPr algn="ctr">
              <a:defRPr>
                <a:solidFill>
                  <a:srgbClr val="082957"/>
                </a:solidFill>
              </a:defRPr>
            </a:lvl3pPr>
            <a:lvl4pPr algn="ctr">
              <a:defRPr>
                <a:solidFill>
                  <a:srgbClr val="082957"/>
                </a:solidFill>
              </a:defRPr>
            </a:lvl4pPr>
            <a:lvl5pPr algn="ctr">
              <a:defRPr>
                <a:solidFill>
                  <a:srgbClr val="082957"/>
                </a:solidFill>
              </a:defRPr>
            </a:lvl5pPr>
          </a:lstStyle>
          <a:p>
            <a:pPr lvl="0"/>
            <a:r>
              <a:rPr lang="en-US"/>
              <a:t>Statistics information will go here and in this space here and here</a:t>
            </a:r>
          </a:p>
        </p:txBody>
      </p:sp>
      <p:sp>
        <p:nvSpPr>
          <p:cNvPr id="62" name="Text Placeholder 29">
            <a:extLst>
              <a:ext uri="{FF2B5EF4-FFF2-40B4-BE49-F238E27FC236}">
                <a16:creationId xmlns:a16="http://schemas.microsoft.com/office/drawing/2014/main" id="{6FAD3B77-9F89-EF49-88FB-363AC35E5C48}"/>
              </a:ext>
            </a:extLst>
          </p:cNvPr>
          <p:cNvSpPr>
            <a:spLocks noGrp="1"/>
          </p:cNvSpPr>
          <p:nvPr>
            <p:ph type="body" sz="quarter" idx="17" hasCustomPrompt="1"/>
          </p:nvPr>
        </p:nvSpPr>
        <p:spPr>
          <a:xfrm>
            <a:off x="320123" y="2864863"/>
            <a:ext cx="1997075" cy="536451"/>
          </a:xfrm>
          <a:prstGeom prst="rect">
            <a:avLst/>
          </a:prstGeom>
        </p:spPr>
        <p:txBody>
          <a:bodyPr/>
          <a:lstStyle>
            <a:lvl1pPr algn="ctr">
              <a:buNone/>
              <a:defRPr sz="4000" b="1" i="0" spc="100" baseline="0">
                <a:solidFill>
                  <a:schemeClr val="tx1"/>
                </a:solidFill>
                <a:latin typeface="Roboto Black" panose="02000000000000000000" pitchFamily="2" charset="0"/>
                <a:ea typeface="Roboto Black" panose="02000000000000000000" pitchFamily="2" charset="0"/>
                <a:cs typeface="Roboto Black" panose="02000000000000000000" pitchFamily="2" charset="0"/>
              </a:defRPr>
            </a:lvl1pPr>
          </a:lstStyle>
          <a:p>
            <a:pPr lvl="0"/>
            <a:r>
              <a:rPr lang="en-US"/>
              <a:t>XXXX</a:t>
            </a:r>
          </a:p>
        </p:txBody>
      </p:sp>
      <p:sp>
        <p:nvSpPr>
          <p:cNvPr id="63" name="Text Placeholder 31">
            <a:extLst>
              <a:ext uri="{FF2B5EF4-FFF2-40B4-BE49-F238E27FC236}">
                <a16:creationId xmlns:a16="http://schemas.microsoft.com/office/drawing/2014/main" id="{B8D52967-A01C-034A-89F3-AD540F5D851B}"/>
              </a:ext>
            </a:extLst>
          </p:cNvPr>
          <p:cNvSpPr>
            <a:spLocks noGrp="1"/>
          </p:cNvSpPr>
          <p:nvPr>
            <p:ph type="body" sz="quarter" idx="18" hasCustomPrompt="1"/>
          </p:nvPr>
        </p:nvSpPr>
        <p:spPr>
          <a:xfrm>
            <a:off x="320124" y="3407641"/>
            <a:ext cx="1997074" cy="699901"/>
          </a:xfrm>
          <a:prstGeom prst="rect">
            <a:avLst/>
          </a:prstGeom>
        </p:spPr>
        <p:txBody>
          <a:bodyPr/>
          <a:lstStyle>
            <a:lvl1pPr marL="0" indent="0" algn="ctr">
              <a:lnSpc>
                <a:spcPct val="100000"/>
              </a:lnSpc>
              <a:buNone/>
              <a:defRPr sz="1400">
                <a:solidFill>
                  <a:schemeClr val="tx1"/>
                </a:solidFill>
              </a:defRPr>
            </a:lvl1pPr>
            <a:lvl2pPr algn="ctr">
              <a:defRPr>
                <a:solidFill>
                  <a:srgbClr val="082957"/>
                </a:solidFill>
              </a:defRPr>
            </a:lvl2pPr>
            <a:lvl3pPr algn="ctr">
              <a:defRPr>
                <a:solidFill>
                  <a:srgbClr val="082957"/>
                </a:solidFill>
              </a:defRPr>
            </a:lvl3pPr>
            <a:lvl4pPr algn="ctr">
              <a:defRPr>
                <a:solidFill>
                  <a:srgbClr val="082957"/>
                </a:solidFill>
              </a:defRPr>
            </a:lvl4pPr>
            <a:lvl5pPr algn="ctr">
              <a:defRPr>
                <a:solidFill>
                  <a:srgbClr val="082957"/>
                </a:solidFill>
              </a:defRPr>
            </a:lvl5pPr>
          </a:lstStyle>
          <a:p>
            <a:pPr lvl="0"/>
            <a:r>
              <a:rPr lang="en-US"/>
              <a:t>Statistics information will go here and in this space here and here</a:t>
            </a:r>
          </a:p>
        </p:txBody>
      </p:sp>
      <p:sp>
        <p:nvSpPr>
          <p:cNvPr id="64" name="Text Placeholder 29">
            <a:extLst>
              <a:ext uri="{FF2B5EF4-FFF2-40B4-BE49-F238E27FC236}">
                <a16:creationId xmlns:a16="http://schemas.microsoft.com/office/drawing/2014/main" id="{29793E92-A50D-A749-826F-C1846B18CD5D}"/>
              </a:ext>
            </a:extLst>
          </p:cNvPr>
          <p:cNvSpPr>
            <a:spLocks noGrp="1"/>
          </p:cNvSpPr>
          <p:nvPr>
            <p:ph type="body" sz="quarter" idx="19" hasCustomPrompt="1"/>
          </p:nvPr>
        </p:nvSpPr>
        <p:spPr>
          <a:xfrm>
            <a:off x="5667731" y="2864863"/>
            <a:ext cx="1997075" cy="536451"/>
          </a:xfrm>
          <a:prstGeom prst="rect">
            <a:avLst/>
          </a:prstGeom>
        </p:spPr>
        <p:txBody>
          <a:bodyPr/>
          <a:lstStyle>
            <a:lvl1pPr algn="ctr">
              <a:buNone/>
              <a:defRPr sz="4000" b="1" i="0" spc="100" baseline="0">
                <a:solidFill>
                  <a:schemeClr val="tx1"/>
                </a:solidFill>
                <a:latin typeface="Roboto Black" panose="02000000000000000000" pitchFamily="2" charset="0"/>
                <a:ea typeface="Roboto Black" panose="02000000000000000000" pitchFamily="2" charset="0"/>
                <a:cs typeface="Roboto Black" panose="02000000000000000000" pitchFamily="2" charset="0"/>
              </a:defRPr>
            </a:lvl1pPr>
          </a:lstStyle>
          <a:p>
            <a:pPr lvl="0"/>
            <a:r>
              <a:rPr lang="en-US"/>
              <a:t>XXXX</a:t>
            </a:r>
          </a:p>
        </p:txBody>
      </p:sp>
      <p:sp>
        <p:nvSpPr>
          <p:cNvPr id="65" name="Text Placeholder 31">
            <a:extLst>
              <a:ext uri="{FF2B5EF4-FFF2-40B4-BE49-F238E27FC236}">
                <a16:creationId xmlns:a16="http://schemas.microsoft.com/office/drawing/2014/main" id="{10AAE8F2-DAF1-C642-8008-C920438BF571}"/>
              </a:ext>
            </a:extLst>
          </p:cNvPr>
          <p:cNvSpPr>
            <a:spLocks noGrp="1"/>
          </p:cNvSpPr>
          <p:nvPr>
            <p:ph type="body" sz="quarter" idx="20" hasCustomPrompt="1"/>
          </p:nvPr>
        </p:nvSpPr>
        <p:spPr>
          <a:xfrm>
            <a:off x="5667732" y="3407641"/>
            <a:ext cx="1997074" cy="699901"/>
          </a:xfrm>
          <a:prstGeom prst="rect">
            <a:avLst/>
          </a:prstGeom>
        </p:spPr>
        <p:txBody>
          <a:bodyPr/>
          <a:lstStyle>
            <a:lvl1pPr marL="0" indent="0" algn="ctr">
              <a:lnSpc>
                <a:spcPct val="100000"/>
              </a:lnSpc>
              <a:buNone/>
              <a:defRPr sz="1400">
                <a:solidFill>
                  <a:schemeClr val="tx1"/>
                </a:solidFill>
              </a:defRPr>
            </a:lvl1pPr>
            <a:lvl2pPr algn="ctr">
              <a:defRPr>
                <a:solidFill>
                  <a:srgbClr val="082957"/>
                </a:solidFill>
              </a:defRPr>
            </a:lvl2pPr>
            <a:lvl3pPr algn="ctr">
              <a:defRPr>
                <a:solidFill>
                  <a:srgbClr val="082957"/>
                </a:solidFill>
              </a:defRPr>
            </a:lvl3pPr>
            <a:lvl4pPr algn="ctr">
              <a:defRPr>
                <a:solidFill>
                  <a:srgbClr val="082957"/>
                </a:solidFill>
              </a:defRPr>
            </a:lvl4pPr>
            <a:lvl5pPr algn="ctr">
              <a:defRPr>
                <a:solidFill>
                  <a:srgbClr val="082957"/>
                </a:solidFill>
              </a:defRPr>
            </a:lvl5pPr>
          </a:lstStyle>
          <a:p>
            <a:pPr lvl="0"/>
            <a:r>
              <a:rPr lang="en-US"/>
              <a:t>Statistics information will go here and in this space here and here</a:t>
            </a:r>
          </a:p>
        </p:txBody>
      </p:sp>
      <p:sp>
        <p:nvSpPr>
          <p:cNvPr id="3" name="Slide Number Placeholder 2">
            <a:extLst>
              <a:ext uri="{FF2B5EF4-FFF2-40B4-BE49-F238E27FC236}">
                <a16:creationId xmlns:a16="http://schemas.microsoft.com/office/drawing/2014/main" id="{B599FEE7-0719-124A-BA6A-4D10A1F2FB93}"/>
              </a:ext>
            </a:extLst>
          </p:cNvPr>
          <p:cNvSpPr>
            <a:spLocks noGrp="1"/>
          </p:cNvSpPr>
          <p:nvPr>
            <p:ph type="sldNum" sz="quarter" idx="10"/>
          </p:nvPr>
        </p:nvSpPr>
        <p:spPr/>
        <p:txBody>
          <a:bodyPr/>
          <a:lstStyle/>
          <a:p>
            <a:fld id="{DBD5050C-AA03-7C4B-BAB2-B82E960585A0}" type="slidenum">
              <a:rPr lang="en-US" smtClean="0">
                <a:solidFill>
                  <a:schemeClr val="bg1"/>
                </a:solidFill>
              </a:rPr>
              <a:pPr/>
              <a:t>‹#›</a:t>
            </a:fld>
            <a:endParaRPr lang="en-US">
              <a:solidFill>
                <a:schemeClr val="bg1"/>
              </a:solidFill>
            </a:endParaRPr>
          </a:p>
        </p:txBody>
      </p:sp>
      <p:sp>
        <p:nvSpPr>
          <p:cNvPr id="8" name="Slide Number Placeholder 5">
            <a:extLst>
              <a:ext uri="{FF2B5EF4-FFF2-40B4-BE49-F238E27FC236}">
                <a16:creationId xmlns:a16="http://schemas.microsoft.com/office/drawing/2014/main" id="{F7E927F6-C7CC-3248-A03C-BE8D2B86F97F}"/>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chemeClr val="bg1"/>
                </a:solidFill>
              </a:rPr>
              <a:pPr/>
              <a:t>‹#›</a:t>
            </a:fld>
            <a:endParaRPr lang="en-US">
              <a:solidFill>
                <a:schemeClr val="bg1"/>
              </a:solidFill>
            </a:endParaRPr>
          </a:p>
        </p:txBody>
      </p:sp>
      <p:cxnSp>
        <p:nvCxnSpPr>
          <p:cNvPr id="9" name="Straight Connector 8">
            <a:extLst>
              <a:ext uri="{FF2B5EF4-FFF2-40B4-BE49-F238E27FC236}">
                <a16:creationId xmlns:a16="http://schemas.microsoft.com/office/drawing/2014/main" id="{4EA14FED-5348-034A-B738-C84A9C8EEA0C}"/>
              </a:ext>
            </a:extLst>
          </p:cNvPr>
          <p:cNvCxnSpPr/>
          <p:nvPr userDrawn="1"/>
        </p:nvCxnSpPr>
        <p:spPr>
          <a:xfrm>
            <a:off x="11060482" y="6434693"/>
            <a:ext cx="0" cy="20116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7867FA3-3CF8-354D-B4CE-27AF1934EB9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65204" y="6434692"/>
            <a:ext cx="684549" cy="201167"/>
          </a:xfrm>
          <a:prstGeom prst="rect">
            <a:avLst/>
          </a:prstGeom>
        </p:spPr>
      </p:pic>
      <p:pic>
        <p:nvPicPr>
          <p:cNvPr id="41" name="Picture 40" descr="A person holding a stuffed animal&#10;&#10;Description automatically generated">
            <a:extLst>
              <a:ext uri="{FF2B5EF4-FFF2-40B4-BE49-F238E27FC236}">
                <a16:creationId xmlns:a16="http://schemas.microsoft.com/office/drawing/2014/main" id="{3F255D20-B621-8C4D-AE27-A4DDFE296FB0}"/>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4615133"/>
            <a:ext cx="2614264" cy="2242867"/>
          </a:xfrm>
          <a:prstGeom prst="rect">
            <a:avLst/>
          </a:prstGeom>
        </p:spPr>
      </p:pic>
      <p:pic>
        <p:nvPicPr>
          <p:cNvPr id="42" name="Picture 41" descr="A group of people sitting on a bench&#10;&#10;Description automatically generated">
            <a:extLst>
              <a:ext uri="{FF2B5EF4-FFF2-40B4-BE49-F238E27FC236}">
                <a16:creationId xmlns:a16="http://schemas.microsoft.com/office/drawing/2014/main" id="{8F62DA70-8C36-4740-B00E-DE629188300B}"/>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5324484" y="4608697"/>
            <a:ext cx="2650412" cy="2249303"/>
          </a:xfrm>
          <a:prstGeom prst="rect">
            <a:avLst/>
          </a:prstGeom>
        </p:spPr>
      </p:pic>
      <p:pic>
        <p:nvPicPr>
          <p:cNvPr id="43" name="Picture 42" descr="A person holding a dog&#10;&#10;Description automatically generated">
            <a:extLst>
              <a:ext uri="{FF2B5EF4-FFF2-40B4-BE49-F238E27FC236}">
                <a16:creationId xmlns:a16="http://schemas.microsoft.com/office/drawing/2014/main" id="{D2F1D544-A2FC-CE4C-AB5A-4DF4B32171CF}"/>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5328318" y="0"/>
            <a:ext cx="2641925" cy="2349942"/>
          </a:xfrm>
          <a:prstGeom prst="rect">
            <a:avLst/>
          </a:prstGeom>
        </p:spPr>
      </p:pic>
      <p:pic>
        <p:nvPicPr>
          <p:cNvPr id="44" name="Picture 43" descr="A dog lying on a bed&#10;&#10;Description automatically generated">
            <a:extLst>
              <a:ext uri="{FF2B5EF4-FFF2-40B4-BE49-F238E27FC236}">
                <a16:creationId xmlns:a16="http://schemas.microsoft.com/office/drawing/2014/main" id="{CD799CD6-BA7C-B44D-8EB8-F918429B22BA}"/>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0" y="-15292"/>
            <a:ext cx="2622399" cy="2373753"/>
          </a:xfrm>
          <a:prstGeom prst="rect">
            <a:avLst/>
          </a:prstGeom>
        </p:spPr>
      </p:pic>
    </p:spTree>
    <p:extLst>
      <p:ext uri="{BB962C8B-B14F-4D97-AF65-F5344CB8AC3E}">
        <p14:creationId xmlns:p14="http://schemas.microsoft.com/office/powerpoint/2010/main" val="29684774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ue_Important_Quote">
    <p:spTree>
      <p:nvGrpSpPr>
        <p:cNvPr id="1" name=""/>
        <p:cNvGrpSpPr/>
        <p:nvPr/>
      </p:nvGrpSpPr>
      <p:grpSpPr>
        <a:xfrm>
          <a:off x="0" y="0"/>
          <a:ext cx="0" cy="0"/>
          <a:chOff x="0" y="0"/>
          <a:chExt cx="0" cy="0"/>
        </a:xfrm>
      </p:grpSpPr>
      <p:pic>
        <p:nvPicPr>
          <p:cNvPr id="21" name="Picture 20" descr="A person holding a cat&#10;&#10;Description automatically generated">
            <a:extLst>
              <a:ext uri="{FF2B5EF4-FFF2-40B4-BE49-F238E27FC236}">
                <a16:creationId xmlns:a16="http://schemas.microsoft.com/office/drawing/2014/main" id="{35C9A423-619C-3C4C-9241-D1F8AA706C4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865037" y="0"/>
            <a:ext cx="7326964" cy="6858000"/>
          </a:xfrm>
          <a:prstGeom prst="rect">
            <a:avLst/>
          </a:prstGeom>
        </p:spPr>
      </p:pic>
      <p:pic>
        <p:nvPicPr>
          <p:cNvPr id="22" name="Picture 21">
            <a:extLst>
              <a:ext uri="{FF2B5EF4-FFF2-40B4-BE49-F238E27FC236}">
                <a16:creationId xmlns:a16="http://schemas.microsoft.com/office/drawing/2014/main" id="{4F0DC53B-9940-5541-8FF5-8AC3D4229EB4}"/>
              </a:ext>
            </a:extLst>
          </p:cNvPr>
          <p:cNvPicPr>
            <a:picLocks noChangeAspect="1"/>
          </p:cNvPicPr>
          <p:nvPr userDrawn="1"/>
        </p:nvPicPr>
        <p:blipFill>
          <a:blip r:embed="rId3"/>
          <a:stretch>
            <a:fillRect/>
          </a:stretch>
        </p:blipFill>
        <p:spPr>
          <a:xfrm rot="8253183">
            <a:off x="1241168" y="-533633"/>
            <a:ext cx="7850766" cy="7591236"/>
          </a:xfrm>
          <a:prstGeom prst="rect">
            <a:avLst/>
          </a:prstGeom>
        </p:spPr>
      </p:pic>
      <p:sp>
        <p:nvSpPr>
          <p:cNvPr id="3" name="Slide Number Placeholder 2">
            <a:extLst>
              <a:ext uri="{FF2B5EF4-FFF2-40B4-BE49-F238E27FC236}">
                <a16:creationId xmlns:a16="http://schemas.microsoft.com/office/drawing/2014/main" id="{B599FEE7-0719-124A-BA6A-4D10A1F2FB93}"/>
              </a:ext>
            </a:extLst>
          </p:cNvPr>
          <p:cNvSpPr>
            <a:spLocks noGrp="1"/>
          </p:cNvSpPr>
          <p:nvPr>
            <p:ph type="sldNum" sz="quarter" idx="10"/>
          </p:nvPr>
        </p:nvSpPr>
        <p:spPr/>
        <p:txBody>
          <a:bodyPr/>
          <a:lstStyle/>
          <a:p>
            <a:fld id="{DBD5050C-AA03-7C4B-BAB2-B82E960585A0}" type="slidenum">
              <a:rPr lang="en-US" smtClean="0">
                <a:solidFill>
                  <a:schemeClr val="bg1"/>
                </a:solidFill>
              </a:rPr>
              <a:pPr/>
              <a:t>‹#›</a:t>
            </a:fld>
            <a:endParaRPr lang="en-US">
              <a:solidFill>
                <a:schemeClr val="bg1"/>
              </a:solidFill>
            </a:endParaRPr>
          </a:p>
        </p:txBody>
      </p:sp>
      <p:sp>
        <p:nvSpPr>
          <p:cNvPr id="8" name="Slide Number Placeholder 5">
            <a:extLst>
              <a:ext uri="{FF2B5EF4-FFF2-40B4-BE49-F238E27FC236}">
                <a16:creationId xmlns:a16="http://schemas.microsoft.com/office/drawing/2014/main" id="{F7E927F6-C7CC-3248-A03C-BE8D2B86F97F}"/>
              </a:ext>
            </a:extLst>
          </p:cNvPr>
          <p:cNvSpPr txBox="1">
            <a:spLocks/>
          </p:cNvSpPr>
          <p:nvPr userDrawn="1"/>
        </p:nvSpPr>
        <p:spPr>
          <a:xfrm>
            <a:off x="10279737" y="6396864"/>
            <a:ext cx="722630" cy="2768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D5050C-AA03-7C4B-BAB2-B82E960585A0}" type="slidenum">
              <a:rPr lang="en-US" smtClean="0">
                <a:solidFill>
                  <a:schemeClr val="bg1"/>
                </a:solidFill>
              </a:rPr>
              <a:pPr/>
              <a:t>‹#›</a:t>
            </a:fld>
            <a:endParaRPr lang="en-US">
              <a:solidFill>
                <a:schemeClr val="bg1"/>
              </a:solidFill>
            </a:endParaRPr>
          </a:p>
        </p:txBody>
      </p:sp>
      <p:cxnSp>
        <p:nvCxnSpPr>
          <p:cNvPr id="9" name="Straight Connector 8">
            <a:extLst>
              <a:ext uri="{FF2B5EF4-FFF2-40B4-BE49-F238E27FC236}">
                <a16:creationId xmlns:a16="http://schemas.microsoft.com/office/drawing/2014/main" id="{4EA14FED-5348-034A-B738-C84A9C8EEA0C}"/>
              </a:ext>
            </a:extLst>
          </p:cNvPr>
          <p:cNvCxnSpPr/>
          <p:nvPr userDrawn="1"/>
        </p:nvCxnSpPr>
        <p:spPr>
          <a:xfrm>
            <a:off x="11060482" y="6434693"/>
            <a:ext cx="0" cy="20116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7867FA3-3CF8-354D-B4CE-27AF1934EB9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165204" y="6434692"/>
            <a:ext cx="684549" cy="201167"/>
          </a:xfrm>
          <a:prstGeom prst="rect">
            <a:avLst/>
          </a:prstGeom>
        </p:spPr>
      </p:pic>
      <p:sp>
        <p:nvSpPr>
          <p:cNvPr id="23" name="Text Placeholder 3">
            <a:extLst>
              <a:ext uri="{FF2B5EF4-FFF2-40B4-BE49-F238E27FC236}">
                <a16:creationId xmlns:a16="http://schemas.microsoft.com/office/drawing/2014/main" id="{2BC3EB91-ED9D-6847-A0AB-0CC3D79E49A1}"/>
              </a:ext>
            </a:extLst>
          </p:cNvPr>
          <p:cNvSpPr>
            <a:spLocks noGrp="1"/>
          </p:cNvSpPr>
          <p:nvPr>
            <p:ph type="body" sz="quarter" idx="12" hasCustomPrompt="1"/>
          </p:nvPr>
        </p:nvSpPr>
        <p:spPr>
          <a:xfrm>
            <a:off x="178904" y="2923218"/>
            <a:ext cx="6659218" cy="735682"/>
          </a:xfrm>
          <a:prstGeom prst="rect">
            <a:avLst/>
          </a:prstGeom>
        </p:spPr>
        <p:txBody>
          <a:bodyPr/>
          <a:lstStyle>
            <a:lvl1pPr marL="0" indent="0" algn="ctr">
              <a:buNone/>
              <a:defRPr sz="4800" b="1" i="0" spc="0" baseline="0">
                <a:solidFill>
                  <a:schemeClr val="bg2"/>
                </a:solidFill>
                <a:latin typeface="Roboto Black" panose="02000000000000000000" pitchFamily="2" charset="0"/>
                <a:ea typeface="Roboto Black" panose="02000000000000000000" pitchFamily="2" charset="0"/>
                <a:cs typeface="Roboto Black" panose="02000000000000000000" pitchFamily="2" charset="0"/>
              </a:defRPr>
            </a:lvl1pPr>
          </a:lstStyle>
          <a:p>
            <a:pPr lvl="0"/>
            <a:r>
              <a:rPr lang="en-US"/>
              <a:t>IMPORTANT QUOTE</a:t>
            </a:r>
          </a:p>
        </p:txBody>
      </p:sp>
      <p:sp>
        <p:nvSpPr>
          <p:cNvPr id="24" name="Text Placeholder 3">
            <a:extLst>
              <a:ext uri="{FF2B5EF4-FFF2-40B4-BE49-F238E27FC236}">
                <a16:creationId xmlns:a16="http://schemas.microsoft.com/office/drawing/2014/main" id="{25DBF558-2695-5946-A2AE-5406A42FB261}"/>
              </a:ext>
            </a:extLst>
          </p:cNvPr>
          <p:cNvSpPr>
            <a:spLocks noGrp="1"/>
          </p:cNvSpPr>
          <p:nvPr>
            <p:ph type="body" sz="quarter" idx="11" hasCustomPrompt="1"/>
          </p:nvPr>
        </p:nvSpPr>
        <p:spPr>
          <a:xfrm>
            <a:off x="178904" y="3658900"/>
            <a:ext cx="6659218" cy="1009502"/>
          </a:xfrm>
          <a:prstGeom prst="rect">
            <a:avLst/>
          </a:prstGeom>
        </p:spPr>
        <p:txBody>
          <a:bodyPr/>
          <a:lstStyle>
            <a:lvl1pPr marL="0" indent="0" algn="ctr">
              <a:lnSpc>
                <a:spcPct val="100000"/>
              </a:lnSpc>
              <a:buNone/>
              <a:defRPr>
                <a:solidFill>
                  <a:schemeClr val="bg1"/>
                </a:solidFill>
                <a:latin typeface="+mj-lt"/>
              </a:defRPr>
            </a:lvl1pPr>
          </a:lstStyle>
          <a:p>
            <a:pPr lvl="0"/>
            <a:r>
              <a:rPr lang="en-US"/>
              <a:t>Here’s space for a big quote</a:t>
            </a:r>
            <a:br>
              <a:rPr lang="en-US"/>
            </a:br>
            <a:r>
              <a:rPr lang="en-US"/>
              <a:t>and here goes the </a:t>
            </a:r>
          </a:p>
        </p:txBody>
      </p:sp>
      <p:sp>
        <p:nvSpPr>
          <p:cNvPr id="25" name="Text Placeholder 3">
            <a:extLst>
              <a:ext uri="{FF2B5EF4-FFF2-40B4-BE49-F238E27FC236}">
                <a16:creationId xmlns:a16="http://schemas.microsoft.com/office/drawing/2014/main" id="{BE0305FC-D80E-DA4E-A7B1-1BBCC1A7E957}"/>
              </a:ext>
            </a:extLst>
          </p:cNvPr>
          <p:cNvSpPr>
            <a:spLocks noGrp="1"/>
          </p:cNvSpPr>
          <p:nvPr>
            <p:ph type="body" sz="quarter" idx="13" hasCustomPrompt="1"/>
          </p:nvPr>
        </p:nvSpPr>
        <p:spPr>
          <a:xfrm>
            <a:off x="178904" y="2336164"/>
            <a:ext cx="6659218" cy="479214"/>
          </a:xfrm>
          <a:prstGeom prst="rect">
            <a:avLst/>
          </a:prstGeom>
        </p:spPr>
        <p:txBody>
          <a:bodyPr/>
          <a:lstStyle>
            <a:lvl1pPr marL="0" indent="0" algn="ctr">
              <a:buNone/>
              <a:defRPr>
                <a:solidFill>
                  <a:schemeClr val="bg1"/>
                </a:solidFill>
                <a:latin typeface="+mj-lt"/>
              </a:defRPr>
            </a:lvl1pPr>
          </a:lstStyle>
          <a:p>
            <a:pPr lvl="0"/>
            <a:r>
              <a:rPr lang="en-US"/>
              <a:t>Here’s space for a big quote</a:t>
            </a:r>
          </a:p>
        </p:txBody>
      </p:sp>
    </p:spTree>
    <p:extLst>
      <p:ext uri="{BB962C8B-B14F-4D97-AF65-F5344CB8AC3E}">
        <p14:creationId xmlns:p14="http://schemas.microsoft.com/office/powerpoint/2010/main" val="318482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ue_Closing_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FB6811-ACD0-DA45-9EA5-12DCF5AC9389}"/>
              </a:ext>
            </a:extLst>
          </p:cNvPr>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l="16229" t="19621" b="24816"/>
          <a:stretch/>
        </p:blipFill>
        <p:spPr>
          <a:xfrm>
            <a:off x="0" y="0"/>
            <a:ext cx="9826906" cy="6858000"/>
          </a:xfrm>
          <a:prstGeom prst="rect">
            <a:avLst/>
          </a:prstGeom>
        </p:spPr>
      </p:pic>
      <p:sp>
        <p:nvSpPr>
          <p:cNvPr id="12" name="Text Placeholder 16">
            <a:extLst>
              <a:ext uri="{FF2B5EF4-FFF2-40B4-BE49-F238E27FC236}">
                <a16:creationId xmlns:a16="http://schemas.microsoft.com/office/drawing/2014/main" id="{4131650A-5DEE-A844-AEB0-643BE793599C}"/>
              </a:ext>
            </a:extLst>
          </p:cNvPr>
          <p:cNvSpPr>
            <a:spLocks noGrp="1"/>
          </p:cNvSpPr>
          <p:nvPr>
            <p:ph type="body" sz="quarter" idx="13" hasCustomPrompt="1"/>
          </p:nvPr>
        </p:nvSpPr>
        <p:spPr>
          <a:xfrm>
            <a:off x="3311467" y="3790699"/>
            <a:ext cx="5710237" cy="365125"/>
          </a:xfrm>
          <a:prstGeom prst="rect">
            <a:avLst/>
          </a:prstGeom>
        </p:spPr>
        <p:txBody>
          <a:bodyPr/>
          <a:lstStyle>
            <a:lvl1pPr algn="ctr">
              <a:buNone/>
              <a:defRPr sz="1800">
                <a:solidFill>
                  <a:schemeClr val="bg1"/>
                </a:solidFill>
                <a:latin typeface="+mj-lt"/>
              </a:defRPr>
            </a:lvl1pPr>
          </a:lstStyle>
          <a:p>
            <a:pPr lvl="0"/>
            <a:r>
              <a:rPr lang="en-US"/>
              <a:t>Thanks!</a:t>
            </a:r>
          </a:p>
        </p:txBody>
      </p:sp>
      <p:sp>
        <p:nvSpPr>
          <p:cNvPr id="9" name="Title 1">
            <a:extLst>
              <a:ext uri="{FF2B5EF4-FFF2-40B4-BE49-F238E27FC236}">
                <a16:creationId xmlns:a16="http://schemas.microsoft.com/office/drawing/2014/main" id="{76B1C4E0-281F-CB4D-AC66-927372FAD651}"/>
              </a:ext>
            </a:extLst>
          </p:cNvPr>
          <p:cNvSpPr>
            <a:spLocks noGrp="1"/>
          </p:cNvSpPr>
          <p:nvPr>
            <p:ph type="title" hasCustomPrompt="1"/>
          </p:nvPr>
        </p:nvSpPr>
        <p:spPr>
          <a:xfrm>
            <a:off x="2194158" y="3039214"/>
            <a:ext cx="7960094" cy="664622"/>
          </a:xfrm>
          <a:prstGeom prst="rect">
            <a:avLst/>
          </a:prstGeom>
        </p:spPr>
        <p:txBody>
          <a:bodyPr/>
          <a:lstStyle>
            <a:lvl1pPr algn="ctr">
              <a:buFont typeface="Arial" panose="020B0604020202020204" pitchFamily="34" charset="0"/>
              <a:buNone/>
              <a:defRPr sz="4400" spc="0" baseline="0">
                <a:solidFill>
                  <a:schemeClr val="bg1"/>
                </a:solidFill>
              </a:defRPr>
            </a:lvl1pPr>
          </a:lstStyle>
          <a:p>
            <a:r>
              <a:rPr lang="en-US"/>
              <a:t>Closing Slide</a:t>
            </a:r>
          </a:p>
        </p:txBody>
      </p:sp>
      <p:sp>
        <p:nvSpPr>
          <p:cNvPr id="11" name="Text Placeholder 14">
            <a:extLst>
              <a:ext uri="{FF2B5EF4-FFF2-40B4-BE49-F238E27FC236}">
                <a16:creationId xmlns:a16="http://schemas.microsoft.com/office/drawing/2014/main" id="{29D2DD1D-771E-2246-AA2C-190B05EDF2C7}"/>
              </a:ext>
            </a:extLst>
          </p:cNvPr>
          <p:cNvSpPr>
            <a:spLocks noGrp="1"/>
          </p:cNvSpPr>
          <p:nvPr>
            <p:ph type="body" sz="quarter" idx="12" hasCustomPrompt="1"/>
          </p:nvPr>
        </p:nvSpPr>
        <p:spPr>
          <a:xfrm>
            <a:off x="3524985" y="2657712"/>
            <a:ext cx="5283200" cy="363874"/>
          </a:xfrm>
          <a:prstGeom prst="rect">
            <a:avLst/>
          </a:prstGeom>
        </p:spPr>
        <p:txBody>
          <a:bodyPr/>
          <a:lstStyle>
            <a:lvl1pPr algn="ctr">
              <a:buNone/>
              <a:defRPr sz="1600" b="0" i="0" spc="0" baseline="0">
                <a:solidFill>
                  <a:schemeClr val="bg1"/>
                </a:solidFill>
                <a:latin typeface="Roboto" panose="02000000000000000000" pitchFamily="2" charset="0"/>
                <a:ea typeface="Roboto" panose="02000000000000000000" pitchFamily="2" charset="0"/>
                <a:cs typeface="Roboto" panose="02000000000000000000" pitchFamily="2" charset="0"/>
              </a:defRPr>
            </a:lvl1pPr>
            <a:lvl2pPr algn="ctr">
              <a:defRPr sz="1600" b="0" i="0">
                <a:latin typeface="Roboto" panose="02000000000000000000" pitchFamily="2" charset="0"/>
                <a:ea typeface="Roboto" panose="02000000000000000000" pitchFamily="2" charset="0"/>
                <a:cs typeface="Roboto" panose="02000000000000000000" pitchFamily="2" charset="0"/>
              </a:defRPr>
            </a:lvl2pPr>
            <a:lvl3pPr algn="ctr">
              <a:defRPr sz="1600" b="0" i="0">
                <a:latin typeface="Roboto" panose="02000000000000000000" pitchFamily="2" charset="0"/>
                <a:ea typeface="Roboto" panose="02000000000000000000" pitchFamily="2" charset="0"/>
                <a:cs typeface="Roboto" panose="02000000000000000000" pitchFamily="2" charset="0"/>
              </a:defRPr>
            </a:lvl3pPr>
            <a:lvl4pPr algn="ctr">
              <a:defRPr sz="1600" b="0" i="0">
                <a:latin typeface="Roboto" panose="02000000000000000000" pitchFamily="2" charset="0"/>
                <a:ea typeface="Roboto" panose="02000000000000000000" pitchFamily="2" charset="0"/>
                <a:cs typeface="Roboto" panose="02000000000000000000" pitchFamily="2" charset="0"/>
              </a:defRPr>
            </a:lvl4pPr>
            <a:lvl5pPr algn="ctr">
              <a:defRPr sz="1600" b="0" i="0">
                <a:latin typeface="Roboto" panose="02000000000000000000" pitchFamily="2" charset="0"/>
                <a:ea typeface="Roboto" panose="02000000000000000000" pitchFamily="2" charset="0"/>
                <a:cs typeface="Roboto" panose="02000000000000000000" pitchFamily="2" charset="0"/>
              </a:defRPr>
            </a:lvl5pPr>
          </a:lstStyle>
          <a:p>
            <a:pPr lvl="0"/>
            <a:r>
              <a:rPr lang="en-US"/>
              <a:t>October 31, 2020</a:t>
            </a:r>
          </a:p>
        </p:txBody>
      </p:sp>
      <p:sp>
        <p:nvSpPr>
          <p:cNvPr id="3" name="Slide Number Placeholder 2">
            <a:extLst>
              <a:ext uri="{FF2B5EF4-FFF2-40B4-BE49-F238E27FC236}">
                <a16:creationId xmlns:a16="http://schemas.microsoft.com/office/drawing/2014/main" id="{78B0CC0B-A129-E848-93F2-12A7324C1287}"/>
              </a:ext>
            </a:extLst>
          </p:cNvPr>
          <p:cNvSpPr>
            <a:spLocks noGrp="1"/>
          </p:cNvSpPr>
          <p:nvPr>
            <p:ph type="sldNum" sz="quarter" idx="10"/>
          </p:nvPr>
        </p:nvSpPr>
        <p:spPr/>
        <p:txBody>
          <a:bodyPr/>
          <a:lstStyle/>
          <a:p>
            <a:fld id="{DBD5050C-AA03-7C4B-BAB2-B82E960585A0}" type="slidenum">
              <a:rPr lang="en-US" smtClean="0">
                <a:solidFill>
                  <a:schemeClr val="bg1"/>
                </a:solidFill>
              </a:rPr>
              <a:pPr/>
              <a:t>‹#›</a:t>
            </a:fld>
            <a:endParaRPr lang="en-US">
              <a:solidFill>
                <a:schemeClr val="bg1"/>
              </a:solidFill>
            </a:endParaRPr>
          </a:p>
        </p:txBody>
      </p:sp>
    </p:spTree>
    <p:extLst>
      <p:ext uri="{BB962C8B-B14F-4D97-AF65-F5344CB8AC3E}">
        <p14:creationId xmlns:p14="http://schemas.microsoft.com/office/powerpoint/2010/main" val="278746346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10" Type="http://schemas.openxmlformats.org/officeDocument/2006/relationships/image" Target="../media/image11.emf"/><Relationship Id="rId4" Type="http://schemas.openxmlformats.org/officeDocument/2006/relationships/slideLayout" Target="../slideLayouts/slideLayout37.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101178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702" r:id="rId3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1148C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F218ABB-5A8E-6349-8B7A-17A263BF3310}"/>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11165205" y="6434693"/>
            <a:ext cx="684549" cy="201168"/>
          </a:xfrm>
          <a:prstGeom prst="rect">
            <a:avLst/>
          </a:prstGeom>
        </p:spPr>
      </p:pic>
      <p:sp>
        <p:nvSpPr>
          <p:cNvPr id="9" name="Slide Number Placeholder 5">
            <a:extLst>
              <a:ext uri="{FF2B5EF4-FFF2-40B4-BE49-F238E27FC236}">
                <a16:creationId xmlns:a16="http://schemas.microsoft.com/office/drawing/2014/main" id="{83A717ED-C335-3646-9734-A06D491A4FF3}"/>
              </a:ext>
            </a:extLst>
          </p:cNvPr>
          <p:cNvSpPr>
            <a:spLocks noGrp="1"/>
          </p:cNvSpPr>
          <p:nvPr>
            <p:ph type="sldNum" sz="quarter" idx="4"/>
          </p:nvPr>
        </p:nvSpPr>
        <p:spPr>
          <a:xfrm>
            <a:off x="10279737" y="6400039"/>
            <a:ext cx="722630" cy="27682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DBD5050C-AA03-7C4B-BAB2-B82E960585A0}" type="slidenum">
              <a:rPr lang="en-US" smtClean="0">
                <a:solidFill>
                  <a:schemeClr val="bg1"/>
                </a:solidFill>
              </a:rPr>
              <a:pPr/>
              <a:t>‹#›</a:t>
            </a:fld>
            <a:endParaRPr lang="en-US">
              <a:solidFill>
                <a:schemeClr val="bg1"/>
              </a:solidFill>
            </a:endParaRPr>
          </a:p>
        </p:txBody>
      </p:sp>
      <p:cxnSp>
        <p:nvCxnSpPr>
          <p:cNvPr id="10" name="Straight Connector 9">
            <a:extLst>
              <a:ext uri="{FF2B5EF4-FFF2-40B4-BE49-F238E27FC236}">
                <a16:creationId xmlns:a16="http://schemas.microsoft.com/office/drawing/2014/main" id="{2C06A370-F499-1E4A-B685-C16A71BA9980}"/>
              </a:ext>
            </a:extLst>
          </p:cNvPr>
          <p:cNvCxnSpPr/>
          <p:nvPr userDrawn="1"/>
        </p:nvCxnSpPr>
        <p:spPr>
          <a:xfrm>
            <a:off x="11060482" y="6437868"/>
            <a:ext cx="0" cy="20116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03F5CFF-585B-A540-BD73-BECD6D7BFD0B}"/>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11165204" y="6437867"/>
            <a:ext cx="684549" cy="201167"/>
          </a:xfrm>
          <a:prstGeom prst="rect">
            <a:avLst/>
          </a:prstGeom>
        </p:spPr>
      </p:pic>
    </p:spTree>
    <p:extLst>
      <p:ext uri="{BB962C8B-B14F-4D97-AF65-F5344CB8AC3E}">
        <p14:creationId xmlns:p14="http://schemas.microsoft.com/office/powerpoint/2010/main" val="11284306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xml"/><Relationship Id="rId1" Type="http://schemas.openxmlformats.org/officeDocument/2006/relationships/slideLayout" Target="../slideLayouts/slideLayout31.xml"/><Relationship Id="rId5" Type="http://schemas.openxmlformats.org/officeDocument/2006/relationships/image" Target="../media/image69.svg"/><Relationship Id="rId4" Type="http://schemas.openxmlformats.org/officeDocument/2006/relationships/image" Target="../media/image6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hyperlink" Target="https://www.chewybrand.com/" TargetMode="External"/><Relationship Id="rId7"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hyperlink" Target="https://chewycomllc-my.sharepoint.com/personal/prego_chewy_com/_layouts/15/guestaccess.aspx?guestaccesstoken=dpgu8zqITjqx%2Bff3kNQpBDenFOQAZzHkCzRlizaJR%2FM%3D&amp;docid=2_0d5b758bb3b144cc2982202b6213a4b58&amp;rev=1&amp;e=LvmSU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7;p21">
            <a:extLst>
              <a:ext uri="{FF2B5EF4-FFF2-40B4-BE49-F238E27FC236}">
                <a16:creationId xmlns:a16="http://schemas.microsoft.com/office/drawing/2014/main" id="{BB7A1C7B-C9F5-840E-BF47-CCADA4E41490}"/>
              </a:ext>
            </a:extLst>
          </p:cNvPr>
          <p:cNvSpPr txBox="1">
            <a:spLocks/>
          </p:cNvSpPr>
          <p:nvPr/>
        </p:nvSpPr>
        <p:spPr>
          <a:xfrm>
            <a:off x="759954" y="3242986"/>
            <a:ext cx="7807697" cy="458191"/>
          </a:xfrm>
          <a:prstGeom prst="rect">
            <a:avLst/>
          </a:prstGeom>
          <a:noFill/>
          <a:ln>
            <a:noFill/>
          </a:ln>
        </p:spPr>
        <p:txBody>
          <a:bodyPr spcFirstLastPara="1" wrap="square" lIns="91433" tIns="45700" rIns="91433"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1" i="0" u="none" strike="noStrike" cap="none">
                <a:solidFill>
                  <a:srgbClr val="000000"/>
                </a:solidFill>
                <a:latin typeface="Gordita Black" pitchFamily="2" charset="77"/>
                <a:ea typeface="Arial"/>
                <a:cs typeface="Gordita Black" pitchFamily="2" charset="77"/>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pPr>
            <a:r>
              <a:rPr lang="en" sz="2400">
                <a:solidFill>
                  <a:schemeClr val="bg1"/>
                </a:solidFill>
                <a:latin typeface="Gordita" pitchFamily="2" charset="77"/>
                <a:ea typeface="Roboto Black"/>
                <a:cs typeface="Gordita" pitchFamily="2" charset="77"/>
                <a:sym typeface="Roboto Black"/>
              </a:rPr>
              <a:t>WFJOB#-BU-CAT-Project-Name</a:t>
            </a:r>
            <a:endParaRPr lang="en" sz="2400">
              <a:solidFill>
                <a:schemeClr val="bg1"/>
              </a:solidFill>
              <a:latin typeface="Gordita" pitchFamily="2" charset="77"/>
              <a:ea typeface="Roboto Black"/>
              <a:cs typeface="Gordita" pitchFamily="2" charset="77"/>
            </a:endParaRPr>
          </a:p>
        </p:txBody>
      </p:sp>
      <p:sp>
        <p:nvSpPr>
          <p:cNvPr id="5" name="Google Shape;77;p21">
            <a:extLst>
              <a:ext uri="{FF2B5EF4-FFF2-40B4-BE49-F238E27FC236}">
                <a16:creationId xmlns:a16="http://schemas.microsoft.com/office/drawing/2014/main" id="{7DBD6D2D-60CE-FBC2-9B40-D8099F4534BE}"/>
              </a:ext>
            </a:extLst>
          </p:cNvPr>
          <p:cNvSpPr txBox="1">
            <a:spLocks/>
          </p:cNvSpPr>
          <p:nvPr/>
        </p:nvSpPr>
        <p:spPr>
          <a:xfrm>
            <a:off x="759953" y="3860861"/>
            <a:ext cx="6571008" cy="458192"/>
          </a:xfrm>
          <a:prstGeom prst="rect">
            <a:avLst/>
          </a:prstGeom>
          <a:noFill/>
          <a:ln>
            <a:noFill/>
          </a:ln>
        </p:spPr>
        <p:txBody>
          <a:bodyPr spcFirstLastPara="1" wrap="square" lIns="91433" tIns="45700" rIns="91433"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pPr>
            <a:r>
              <a:rPr lang="en" sz="1600">
                <a:solidFill>
                  <a:schemeClr val="bg1"/>
                </a:solidFill>
                <a:latin typeface="Gordita" pitchFamily="2" charset="77"/>
                <a:ea typeface="Roboto Black"/>
                <a:cs typeface="Gordita" pitchFamily="2" charset="77"/>
                <a:sym typeface="Roboto Black"/>
              </a:rPr>
              <a:t>Month XX, 2022  </a:t>
            </a:r>
            <a:r>
              <a:rPr lang="en" sz="1600" b="1">
                <a:solidFill>
                  <a:schemeClr val="bg1"/>
                </a:solidFill>
                <a:latin typeface="Gordita" pitchFamily="2" charset="77"/>
                <a:ea typeface="Roboto Black"/>
                <a:cs typeface="Gordita" pitchFamily="2" charset="77"/>
                <a:sym typeface="Roboto Black"/>
              </a:rPr>
              <a:t>|</a:t>
            </a:r>
            <a:r>
              <a:rPr lang="en" sz="1600">
                <a:solidFill>
                  <a:schemeClr val="bg1"/>
                </a:solidFill>
                <a:latin typeface="Gordita" pitchFamily="2" charset="77"/>
                <a:ea typeface="Roboto Black"/>
                <a:cs typeface="Gordita" pitchFamily="2" charset="77"/>
                <a:sym typeface="Roboto Black"/>
              </a:rPr>
              <a:t>  Round 1</a:t>
            </a:r>
            <a:endParaRPr lang="en-US" sz="1600">
              <a:solidFill>
                <a:schemeClr val="bg1"/>
              </a:solidFill>
              <a:latin typeface="Gordita" pitchFamily="2" charset="77"/>
              <a:cs typeface="Gordita" pitchFamily="2" charset="77"/>
            </a:endParaRPr>
          </a:p>
        </p:txBody>
      </p:sp>
      <p:sp>
        <p:nvSpPr>
          <p:cNvPr id="16" name="object 3">
            <a:extLst>
              <a:ext uri="{FF2B5EF4-FFF2-40B4-BE49-F238E27FC236}">
                <a16:creationId xmlns:a16="http://schemas.microsoft.com/office/drawing/2014/main" id="{BC5AF26F-2124-74DC-6B71-2619A585609A}"/>
              </a:ext>
            </a:extLst>
          </p:cNvPr>
          <p:cNvSpPr/>
          <p:nvPr/>
        </p:nvSpPr>
        <p:spPr>
          <a:xfrm>
            <a:off x="0" y="0"/>
            <a:ext cx="12192000" cy="6858000"/>
          </a:xfrm>
          <a:custGeom>
            <a:avLst/>
            <a:gdLst/>
            <a:ahLst/>
            <a:cxnLst/>
            <a:rect l="l" t="t" r="r" b="b"/>
            <a:pathLst>
              <a:path w="8650605" h="8229600">
                <a:moveTo>
                  <a:pt x="8650224" y="0"/>
                </a:moveTo>
                <a:lnTo>
                  <a:pt x="0" y="0"/>
                </a:lnTo>
                <a:lnTo>
                  <a:pt x="0" y="8229600"/>
                </a:lnTo>
                <a:lnTo>
                  <a:pt x="8650224" y="8229600"/>
                </a:lnTo>
                <a:lnTo>
                  <a:pt x="8650224" y="0"/>
                </a:lnTo>
                <a:close/>
              </a:path>
            </a:pathLst>
          </a:custGeom>
          <a:solidFill>
            <a:srgbClr val="DDEFFF"/>
          </a:solidFill>
        </p:spPr>
        <p:txBody>
          <a:bodyPr wrap="square" lIns="0" tIns="0" rIns="0" bIns="0" rtlCol="0"/>
          <a:lstStyle/>
          <a:p>
            <a:endParaRPr sz="2400">
              <a:solidFill>
                <a:schemeClr val="bg1"/>
              </a:solidFill>
            </a:endParaRPr>
          </a:p>
        </p:txBody>
      </p:sp>
      <p:pic>
        <p:nvPicPr>
          <p:cNvPr id="2" name="object 7">
            <a:extLst>
              <a:ext uri="{FF2B5EF4-FFF2-40B4-BE49-F238E27FC236}">
                <a16:creationId xmlns:a16="http://schemas.microsoft.com/office/drawing/2014/main" id="{16580E16-FEA8-7F9D-941B-C6DA64C3C950}"/>
              </a:ext>
            </a:extLst>
          </p:cNvPr>
          <p:cNvPicPr/>
          <p:nvPr/>
        </p:nvPicPr>
        <p:blipFill>
          <a:blip r:embed="rId2" cstate="print">
            <a:biLevel thresh="25000"/>
          </a:blip>
          <a:stretch>
            <a:fillRect/>
          </a:stretch>
        </p:blipFill>
        <p:spPr>
          <a:xfrm>
            <a:off x="3349684" y="0"/>
            <a:ext cx="8710845" cy="7095744"/>
          </a:xfrm>
          <a:prstGeom prst="rect">
            <a:avLst/>
          </a:prstGeom>
        </p:spPr>
      </p:pic>
      <p:sp>
        <p:nvSpPr>
          <p:cNvPr id="22" name="TextBox 21">
            <a:extLst>
              <a:ext uri="{FF2B5EF4-FFF2-40B4-BE49-F238E27FC236}">
                <a16:creationId xmlns:a16="http://schemas.microsoft.com/office/drawing/2014/main" id="{5F54679F-E3D5-44CA-DC1A-6BE4632907DE}"/>
              </a:ext>
            </a:extLst>
          </p:cNvPr>
          <p:cNvSpPr txBox="1"/>
          <p:nvPr/>
        </p:nvSpPr>
        <p:spPr>
          <a:xfrm>
            <a:off x="550683" y="910729"/>
            <a:ext cx="10026702" cy="2841675"/>
          </a:xfrm>
          <a:prstGeom prst="rect">
            <a:avLst/>
          </a:prstGeom>
          <a:noFill/>
        </p:spPr>
        <p:txBody>
          <a:bodyPr wrap="square" rtlCol="0">
            <a:spAutoFit/>
          </a:bodyPr>
          <a:lstStyle/>
          <a:p>
            <a:r>
              <a:rPr lang="en-US" sz="10666">
                <a:solidFill>
                  <a:srgbClr val="002957"/>
                </a:solidFill>
                <a:latin typeface="Gordita Medium" pitchFamily="2" charset="77"/>
                <a:cs typeface="Gordita Medium" pitchFamily="2" charset="77"/>
              </a:rPr>
              <a:t>Smart Brevity </a:t>
            </a:r>
          </a:p>
          <a:p>
            <a:r>
              <a:rPr lang="en-US" sz="3600">
                <a:solidFill>
                  <a:srgbClr val="002957"/>
                </a:solidFill>
                <a:latin typeface="Gordita Medium" pitchFamily="2" charset="77"/>
                <a:cs typeface="Gordita Medium" pitchFamily="2" charset="77"/>
              </a:rPr>
              <a:t>How to structure your message for optimal readership.</a:t>
            </a:r>
          </a:p>
        </p:txBody>
      </p:sp>
      <p:sp>
        <p:nvSpPr>
          <p:cNvPr id="6" name="TextBox 5">
            <a:extLst>
              <a:ext uri="{FF2B5EF4-FFF2-40B4-BE49-F238E27FC236}">
                <a16:creationId xmlns:a16="http://schemas.microsoft.com/office/drawing/2014/main" id="{075C8837-E47C-4303-B329-17EA20B8AE6E}"/>
              </a:ext>
            </a:extLst>
          </p:cNvPr>
          <p:cNvSpPr txBox="1"/>
          <p:nvPr/>
        </p:nvSpPr>
        <p:spPr>
          <a:xfrm>
            <a:off x="5875191" y="6383844"/>
            <a:ext cx="6185338" cy="369332"/>
          </a:xfrm>
          <a:prstGeom prst="rect">
            <a:avLst/>
          </a:prstGeom>
          <a:noFill/>
        </p:spPr>
        <p:txBody>
          <a:bodyPr wrap="square">
            <a:spAutoFit/>
          </a:bodyPr>
          <a:lstStyle/>
          <a:p>
            <a:pPr algn="r"/>
            <a:r>
              <a:rPr lang="en-US" sz="1800" b="1">
                <a:solidFill>
                  <a:srgbClr val="002060"/>
                </a:solidFill>
                <a:latin typeface="+mj-lt"/>
              </a:rPr>
              <a:t>2023</a:t>
            </a:r>
            <a:endParaRPr lang="en-US" sz="1800" b="1">
              <a:solidFill>
                <a:srgbClr val="002060"/>
              </a:solidFill>
              <a:latin typeface="+mj-lt"/>
              <a:ea typeface="Roboto Bold"/>
              <a:cs typeface="Roboto Bold"/>
            </a:endParaRPr>
          </a:p>
        </p:txBody>
      </p:sp>
    </p:spTree>
    <p:extLst>
      <p:ext uri="{BB962C8B-B14F-4D97-AF65-F5344CB8AC3E}">
        <p14:creationId xmlns:p14="http://schemas.microsoft.com/office/powerpoint/2010/main" val="1297726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BFCDFBA-B775-80EB-ED25-6892DAE1FD01}"/>
              </a:ext>
            </a:extLst>
          </p:cNvPr>
          <p:cNvSpPr/>
          <p:nvPr/>
        </p:nvSpPr>
        <p:spPr>
          <a:xfrm>
            <a:off x="6584790" y="903766"/>
            <a:ext cx="5607210" cy="5954233"/>
          </a:xfrm>
          <a:prstGeom prst="rect">
            <a:avLst/>
          </a:prstGeom>
          <a:solidFill>
            <a:srgbClr val="DCF1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C1A1F3-2094-40D8-B6BB-CC64232697BC}"/>
              </a:ext>
            </a:extLst>
          </p:cNvPr>
          <p:cNvSpPr>
            <a:spLocks noGrp="1"/>
          </p:cNvSpPr>
          <p:nvPr>
            <p:ph type="title"/>
          </p:nvPr>
        </p:nvSpPr>
        <p:spPr/>
        <p:txBody>
          <a:bodyPr/>
          <a:lstStyle/>
          <a:p>
            <a:r>
              <a:rPr lang="en-US" b="1">
                <a:latin typeface="Gordita" pitchFamily="2" charset="77"/>
                <a:cs typeface="Gordita" pitchFamily="2" charset="77"/>
              </a:rPr>
              <a:t>Maximizing Readership</a:t>
            </a:r>
          </a:p>
        </p:txBody>
      </p:sp>
      <p:sp>
        <p:nvSpPr>
          <p:cNvPr id="8" name="Rectangle 7">
            <a:extLst>
              <a:ext uri="{FF2B5EF4-FFF2-40B4-BE49-F238E27FC236}">
                <a16:creationId xmlns:a16="http://schemas.microsoft.com/office/drawing/2014/main" id="{12679289-6B6F-C9CC-C494-92C4D59EF533}"/>
              </a:ext>
            </a:extLst>
          </p:cNvPr>
          <p:cNvSpPr/>
          <p:nvPr/>
        </p:nvSpPr>
        <p:spPr>
          <a:xfrm>
            <a:off x="219474" y="1062830"/>
            <a:ext cx="6011926" cy="5970865"/>
          </a:xfrm>
          <a:prstGeom prst="rect">
            <a:avLst/>
          </a:prstGeom>
        </p:spPr>
        <p:txBody>
          <a:bodyPr wrap="square">
            <a:spAutoFit/>
          </a:bodyPr>
          <a:lstStyle/>
          <a:p>
            <a:r>
              <a:rPr lang="en-US">
                <a:solidFill>
                  <a:schemeClr val="bg1">
                    <a:lumMod val="50000"/>
                  </a:schemeClr>
                </a:solidFill>
                <a:latin typeface="Gordita" pitchFamily="2" charset="77"/>
                <a:cs typeface="Gordita" pitchFamily="2" charset="77"/>
              </a:rPr>
              <a:t>Deliver </a:t>
            </a:r>
            <a:r>
              <a:rPr lang="en-US" b="1">
                <a:solidFill>
                  <a:schemeClr val="bg1">
                    <a:lumMod val="50000"/>
                  </a:schemeClr>
                </a:solidFill>
                <a:latin typeface="Gordita" pitchFamily="2" charset="77"/>
                <a:cs typeface="Gordita" pitchFamily="2" charset="77"/>
              </a:rPr>
              <a:t>worthy</a:t>
            </a:r>
            <a:r>
              <a:rPr lang="en-US">
                <a:solidFill>
                  <a:schemeClr val="bg1">
                    <a:lumMod val="50000"/>
                  </a:schemeClr>
                </a:solidFill>
                <a:latin typeface="Gordita" pitchFamily="2" charset="77"/>
                <a:cs typeface="Gordita" pitchFamily="2" charset="77"/>
              </a:rPr>
              <a:t> information in a </a:t>
            </a:r>
            <a:r>
              <a:rPr lang="en-US" b="1">
                <a:solidFill>
                  <a:schemeClr val="bg1">
                    <a:lumMod val="50000"/>
                  </a:schemeClr>
                </a:solidFill>
                <a:latin typeface="Gordita" pitchFamily="2" charset="77"/>
                <a:cs typeface="Gordita" pitchFamily="2" charset="77"/>
              </a:rPr>
              <a:t>structured</a:t>
            </a:r>
            <a:r>
              <a:rPr lang="en-US">
                <a:solidFill>
                  <a:schemeClr val="bg1">
                    <a:lumMod val="50000"/>
                  </a:schemeClr>
                </a:solidFill>
                <a:latin typeface="Gordita" pitchFamily="2" charset="77"/>
                <a:cs typeface="Gordita" pitchFamily="2" charset="77"/>
              </a:rPr>
              <a:t> way. </a:t>
            </a:r>
          </a:p>
          <a:p>
            <a:pPr marL="285750" indent="-285750">
              <a:buFont typeface="Arial" panose="020B0604020202020204" pitchFamily="34" charset="0"/>
              <a:buChar char="•"/>
            </a:pPr>
            <a:r>
              <a:rPr lang="en-US">
                <a:solidFill>
                  <a:schemeClr val="bg1">
                    <a:lumMod val="50000"/>
                  </a:schemeClr>
                </a:solidFill>
                <a:latin typeface="Gordita" pitchFamily="2" charset="77"/>
                <a:cs typeface="Gordita" pitchFamily="2" charset="77"/>
              </a:rPr>
              <a:t>Start with </a:t>
            </a:r>
            <a:r>
              <a:rPr lang="en-US" b="1">
                <a:solidFill>
                  <a:srgbClr val="19223F"/>
                </a:solidFill>
                <a:latin typeface="Gordita" pitchFamily="2" charset="77"/>
                <a:cs typeface="Gordita" pitchFamily="2" charset="77"/>
              </a:rPr>
              <a:t>what’s new </a:t>
            </a:r>
            <a:r>
              <a:rPr lang="en-US">
                <a:solidFill>
                  <a:srgbClr val="19223F"/>
                </a:solidFill>
                <a:latin typeface="Gordita" pitchFamily="2" charset="77"/>
                <a:cs typeface="Gordita" pitchFamily="2" charset="77"/>
              </a:rPr>
              <a:t>+ </a:t>
            </a:r>
            <a:r>
              <a:rPr lang="en-US" b="1">
                <a:solidFill>
                  <a:srgbClr val="19223F"/>
                </a:solidFill>
                <a:latin typeface="Gordita" pitchFamily="2" charset="77"/>
                <a:cs typeface="Gordita" pitchFamily="2" charset="77"/>
              </a:rPr>
              <a:t>why it matters </a:t>
            </a:r>
          </a:p>
          <a:p>
            <a:endParaRPr lang="en-US">
              <a:solidFill>
                <a:schemeClr val="bg1">
                  <a:lumMod val="50000"/>
                </a:schemeClr>
              </a:solidFill>
              <a:latin typeface="Gordita" pitchFamily="2" charset="77"/>
              <a:cs typeface="Gordita" pitchFamily="2" charset="77"/>
            </a:endParaRPr>
          </a:p>
          <a:p>
            <a:r>
              <a:rPr lang="en-US">
                <a:solidFill>
                  <a:schemeClr val="bg1">
                    <a:lumMod val="50000"/>
                  </a:schemeClr>
                </a:solidFill>
                <a:latin typeface="Gordita" pitchFamily="2" charset="77"/>
                <a:cs typeface="Gordita" pitchFamily="2" charset="77"/>
              </a:rPr>
              <a:t>Three key critical elements:</a:t>
            </a:r>
          </a:p>
          <a:p>
            <a:pPr marL="285750" indent="-285750">
              <a:buFont typeface="Arial" panose="020B0604020202020204" pitchFamily="34" charset="0"/>
              <a:buChar char="•"/>
            </a:pPr>
            <a:r>
              <a:rPr lang="en-US" spc="-10">
                <a:solidFill>
                  <a:schemeClr val="bg1">
                    <a:lumMod val="50000"/>
                  </a:schemeClr>
                </a:solidFill>
                <a:latin typeface="Gordita" pitchFamily="2" charset="77"/>
                <a:cs typeface="Gordita" pitchFamily="2" charset="77"/>
              </a:rPr>
              <a:t>Scan ability  </a:t>
            </a:r>
            <a:endParaRPr lang="en-US">
              <a:solidFill>
                <a:schemeClr val="bg1">
                  <a:lumMod val="50000"/>
                </a:schemeClr>
              </a:solidFill>
              <a:latin typeface="Gordita" pitchFamily="2" charset="77"/>
              <a:cs typeface="Gordita" pitchFamily="2" charset="77"/>
            </a:endParaRPr>
          </a:p>
          <a:p>
            <a:pPr marL="285750" indent="-285750">
              <a:buFont typeface="Arial" panose="020B0604020202020204" pitchFamily="34" charset="0"/>
              <a:buChar char="•"/>
            </a:pPr>
            <a:r>
              <a:rPr lang="en-US" spc="35">
                <a:solidFill>
                  <a:schemeClr val="bg1">
                    <a:lumMod val="50000"/>
                  </a:schemeClr>
                </a:solidFill>
                <a:latin typeface="Gordita" pitchFamily="2" charset="77"/>
                <a:cs typeface="Gordita" pitchFamily="2" charset="77"/>
              </a:rPr>
              <a:t>Comprehension </a:t>
            </a:r>
          </a:p>
          <a:p>
            <a:pPr marL="285750" indent="-285750">
              <a:buFont typeface="Arial" panose="020B0604020202020204" pitchFamily="34" charset="0"/>
              <a:buChar char="•"/>
            </a:pPr>
            <a:r>
              <a:rPr lang="en-US" spc="-10">
                <a:solidFill>
                  <a:schemeClr val="bg1">
                    <a:lumMod val="50000"/>
                  </a:schemeClr>
                </a:solidFill>
                <a:latin typeface="Gordita" pitchFamily="2" charset="77"/>
                <a:cs typeface="Gordita" pitchFamily="2" charset="77"/>
              </a:rPr>
              <a:t>Recollection</a:t>
            </a:r>
            <a:endParaRPr lang="en-US">
              <a:latin typeface="Arial"/>
              <a:cs typeface="Arial"/>
            </a:endParaRPr>
          </a:p>
          <a:p>
            <a:pPr marL="342900" indent="-342900">
              <a:buFont typeface="+mj-lt"/>
              <a:buAutoNum type="arabicPeriod"/>
            </a:pPr>
            <a:endParaRPr lang="en-US" sz="1600">
              <a:solidFill>
                <a:schemeClr val="bg1">
                  <a:lumMod val="50000"/>
                </a:schemeClr>
              </a:solidFill>
              <a:latin typeface="Gordita" pitchFamily="2" charset="77"/>
              <a:cs typeface="Gordita" pitchFamily="2" charset="77"/>
            </a:endParaRPr>
          </a:p>
          <a:p>
            <a:r>
              <a:rPr lang="en-US" sz="1600" b="1">
                <a:solidFill>
                  <a:schemeClr val="bg1">
                    <a:lumMod val="50000"/>
                  </a:schemeClr>
                </a:solidFill>
                <a:latin typeface="Gordita" pitchFamily="2" charset="77"/>
                <a:cs typeface="Gordita" pitchFamily="2" charset="77"/>
              </a:rPr>
              <a:t>Considerations:</a:t>
            </a:r>
          </a:p>
          <a:p>
            <a:endParaRPr lang="en-US" sz="1600">
              <a:solidFill>
                <a:schemeClr val="bg1">
                  <a:lumMod val="50000"/>
                </a:schemeClr>
              </a:solidFill>
              <a:latin typeface="Gordita" pitchFamily="2" charset="77"/>
              <a:cs typeface="Gordita" pitchFamily="2" charset="77"/>
            </a:endParaRPr>
          </a:p>
          <a:p>
            <a:pPr marL="342900" indent="-342900">
              <a:buFont typeface="+mj-lt"/>
              <a:buAutoNum type="arabicPeriod"/>
            </a:pPr>
            <a:r>
              <a:rPr lang="en-US" sz="1600">
                <a:solidFill>
                  <a:schemeClr val="bg1">
                    <a:lumMod val="50000"/>
                  </a:schemeClr>
                </a:solidFill>
                <a:latin typeface="Gordita" pitchFamily="2" charset="77"/>
                <a:cs typeface="Gordita" pitchFamily="2" charset="77"/>
              </a:rPr>
              <a:t>People rarely read more than a few paragraphs -   </a:t>
            </a:r>
            <a:r>
              <a:rPr lang="en-US" sz="1600" b="1">
                <a:solidFill>
                  <a:schemeClr val="bg1">
                    <a:lumMod val="50000"/>
                  </a:schemeClr>
                </a:solidFill>
                <a:latin typeface="Gordita" pitchFamily="2" charset="77"/>
                <a:cs typeface="Gordita" pitchFamily="2" charset="77"/>
              </a:rPr>
              <a:t>70%</a:t>
            </a:r>
            <a:r>
              <a:rPr lang="en-US" sz="1600">
                <a:solidFill>
                  <a:schemeClr val="bg1">
                    <a:lumMod val="50000"/>
                  </a:schemeClr>
                </a:solidFill>
                <a:latin typeface="Gordita" pitchFamily="2" charset="77"/>
                <a:cs typeface="Gordita" pitchFamily="2" charset="77"/>
              </a:rPr>
              <a:t> want shorter comms (according to Gallup)</a:t>
            </a:r>
          </a:p>
          <a:p>
            <a:pPr marL="342900" indent="-342900">
              <a:buFont typeface="+mj-lt"/>
              <a:buAutoNum type="arabicPeriod"/>
            </a:pPr>
            <a:endParaRPr lang="en-US" sz="1600">
              <a:solidFill>
                <a:schemeClr val="bg1">
                  <a:lumMod val="50000"/>
                </a:schemeClr>
              </a:solidFill>
              <a:latin typeface="Gordita" pitchFamily="2" charset="77"/>
              <a:cs typeface="Gordita" pitchFamily="2" charset="77"/>
            </a:endParaRPr>
          </a:p>
          <a:p>
            <a:pPr marL="342900" indent="-342900">
              <a:buFont typeface="+mj-lt"/>
              <a:buAutoNum type="arabicPeriod"/>
            </a:pPr>
            <a:r>
              <a:rPr lang="en-US" sz="1600">
                <a:solidFill>
                  <a:schemeClr val="bg1">
                    <a:lumMod val="50000"/>
                  </a:schemeClr>
                </a:solidFill>
                <a:latin typeface="Gordita" pitchFamily="2" charset="77"/>
                <a:cs typeface="Gordita" pitchFamily="2" charset="77"/>
              </a:rPr>
              <a:t>Readers have high expectations for the time they give you – </a:t>
            </a:r>
            <a:r>
              <a:rPr lang="en-US" sz="1600" b="1">
                <a:solidFill>
                  <a:schemeClr val="bg1">
                    <a:lumMod val="50000"/>
                  </a:schemeClr>
                </a:solidFill>
                <a:latin typeface="Gordita" pitchFamily="2" charset="77"/>
                <a:cs typeface="Gordita" pitchFamily="2" charset="77"/>
              </a:rPr>
              <a:t>1/3 of emails </a:t>
            </a:r>
            <a:r>
              <a:rPr lang="en-US" sz="1600">
                <a:solidFill>
                  <a:schemeClr val="bg1">
                    <a:lumMod val="50000"/>
                  </a:schemeClr>
                </a:solidFill>
                <a:latin typeface="Gordita" pitchFamily="2" charset="77"/>
                <a:cs typeface="Gordita" pitchFamily="2" charset="77"/>
              </a:rPr>
              <a:t>that require attention go unread</a:t>
            </a:r>
          </a:p>
          <a:p>
            <a:pPr marL="342900" indent="-342900">
              <a:buFont typeface="+mj-lt"/>
              <a:buAutoNum type="arabicPeriod"/>
            </a:pPr>
            <a:endParaRPr lang="en-US" sz="1600">
              <a:solidFill>
                <a:schemeClr val="bg1">
                  <a:lumMod val="50000"/>
                </a:schemeClr>
              </a:solidFill>
              <a:latin typeface="Gordita" pitchFamily="2" charset="77"/>
              <a:cs typeface="Gordita" pitchFamily="2" charset="77"/>
            </a:endParaRPr>
          </a:p>
          <a:p>
            <a:pPr marL="342900" indent="-342900">
              <a:buFont typeface="+mj-lt"/>
              <a:buAutoNum type="arabicPeriod"/>
            </a:pPr>
            <a:r>
              <a:rPr lang="en-US" sz="1600">
                <a:solidFill>
                  <a:schemeClr val="bg1">
                    <a:lumMod val="50000"/>
                  </a:schemeClr>
                </a:solidFill>
                <a:latin typeface="Gordita" pitchFamily="2" charset="77"/>
                <a:cs typeface="Gordita" pitchFamily="2" charset="77"/>
              </a:rPr>
              <a:t>Readers want to know </a:t>
            </a:r>
            <a:r>
              <a:rPr lang="en-US" sz="1600" b="1">
                <a:solidFill>
                  <a:srgbClr val="19223F"/>
                </a:solidFill>
                <a:latin typeface="Gordita" pitchFamily="2" charset="77"/>
                <a:cs typeface="Gordita" pitchFamily="2" charset="77"/>
              </a:rPr>
              <a:t>what’s new </a:t>
            </a:r>
            <a:r>
              <a:rPr lang="en-US" sz="1600">
                <a:solidFill>
                  <a:schemeClr val="bg1">
                    <a:lumMod val="50000"/>
                  </a:schemeClr>
                </a:solidFill>
                <a:latin typeface="Gordita" pitchFamily="2" charset="77"/>
                <a:cs typeface="Gordita" pitchFamily="2" charset="77"/>
              </a:rPr>
              <a:t>+ </a:t>
            </a:r>
            <a:r>
              <a:rPr lang="en-US" sz="1600" b="1">
                <a:solidFill>
                  <a:srgbClr val="19223F"/>
                </a:solidFill>
                <a:latin typeface="Gordita" pitchFamily="2" charset="77"/>
                <a:cs typeface="Gordita" pitchFamily="2" charset="77"/>
              </a:rPr>
              <a:t>why it matters</a:t>
            </a:r>
            <a:r>
              <a:rPr lang="en-US" sz="1600" b="1">
                <a:solidFill>
                  <a:schemeClr val="bg1">
                    <a:lumMod val="50000"/>
                  </a:schemeClr>
                </a:solidFill>
                <a:latin typeface="Gordita" pitchFamily="2" charset="77"/>
                <a:cs typeface="Gordita" pitchFamily="2" charset="77"/>
              </a:rPr>
              <a:t> </a:t>
            </a:r>
            <a:r>
              <a:rPr lang="en-US" sz="1600">
                <a:solidFill>
                  <a:schemeClr val="bg1">
                    <a:lumMod val="50000"/>
                  </a:schemeClr>
                </a:solidFill>
                <a:latin typeface="Gordita" pitchFamily="2" charset="77"/>
                <a:cs typeface="Gordita" pitchFamily="2" charset="77"/>
              </a:rPr>
              <a:t>–</a:t>
            </a:r>
            <a:r>
              <a:rPr lang="en-US" sz="1600" b="1">
                <a:solidFill>
                  <a:schemeClr val="bg1">
                    <a:lumMod val="50000"/>
                  </a:schemeClr>
                </a:solidFill>
                <a:latin typeface="Gordita" pitchFamily="2" charset="77"/>
                <a:cs typeface="Gordita" pitchFamily="2" charset="77"/>
              </a:rPr>
              <a:t> 5%</a:t>
            </a:r>
            <a:r>
              <a:rPr lang="en-US" sz="1600">
                <a:solidFill>
                  <a:schemeClr val="bg1">
                    <a:lumMod val="50000"/>
                  </a:schemeClr>
                </a:solidFill>
                <a:latin typeface="Gordita" pitchFamily="2" charset="77"/>
                <a:cs typeface="Gordita" pitchFamily="2" charset="77"/>
              </a:rPr>
              <a:t> finish a typical, 800-word article</a:t>
            </a:r>
          </a:p>
          <a:p>
            <a:pPr lvl="1"/>
            <a:endParaRPr lang="en-US" sz="1600">
              <a:solidFill>
                <a:schemeClr val="bg1">
                  <a:lumMod val="50000"/>
                </a:schemeClr>
              </a:solidFill>
              <a:latin typeface="Gordita" pitchFamily="2" charset="77"/>
              <a:cs typeface="Gordita" pitchFamily="2" charset="77"/>
            </a:endParaRPr>
          </a:p>
          <a:p>
            <a:pPr marL="1200150" lvl="2" indent="-285750">
              <a:buFont typeface="Arial" panose="020B0604020202020204" pitchFamily="34" charset="0"/>
              <a:buChar char="•"/>
            </a:pPr>
            <a:endParaRPr lang="en-US" sz="1600">
              <a:solidFill>
                <a:schemeClr val="bg1">
                  <a:lumMod val="50000"/>
                </a:schemeClr>
              </a:solidFill>
              <a:latin typeface="Gordita" pitchFamily="2" charset="77"/>
              <a:cs typeface="Gordita" pitchFamily="2" charset="77"/>
            </a:endParaRPr>
          </a:p>
          <a:p>
            <a:r>
              <a:rPr lang="en-US" sz="1600" i="1">
                <a:solidFill>
                  <a:schemeClr val="bg1">
                    <a:lumMod val="50000"/>
                  </a:schemeClr>
                </a:solidFill>
                <a:latin typeface="Gordita" pitchFamily="2" charset="77"/>
                <a:cs typeface="Gordita" pitchFamily="2" charset="77"/>
              </a:rPr>
              <a:t>Reminder: Length is fear, brevity is confidence</a:t>
            </a:r>
          </a:p>
          <a:p>
            <a:endParaRPr lang="en-US" sz="1600">
              <a:solidFill>
                <a:schemeClr val="bg1">
                  <a:lumMod val="50000"/>
                </a:schemeClr>
              </a:solidFill>
              <a:latin typeface="Gordita" pitchFamily="2" charset="77"/>
              <a:cs typeface="Gordita" pitchFamily="2" charset="77"/>
            </a:endParaRPr>
          </a:p>
          <a:p>
            <a:endParaRPr lang="en-US" sz="1600">
              <a:solidFill>
                <a:schemeClr val="bg1">
                  <a:lumMod val="50000"/>
                </a:schemeClr>
              </a:solidFill>
              <a:latin typeface="Gordita" pitchFamily="2" charset="77"/>
              <a:cs typeface="Gordita" pitchFamily="2" charset="77"/>
            </a:endParaRPr>
          </a:p>
        </p:txBody>
      </p:sp>
      <p:pic>
        <p:nvPicPr>
          <p:cNvPr id="9" name="object 7">
            <a:extLst>
              <a:ext uri="{FF2B5EF4-FFF2-40B4-BE49-F238E27FC236}">
                <a16:creationId xmlns:a16="http://schemas.microsoft.com/office/drawing/2014/main" id="{F38A9F4A-F90F-F05F-B812-64F60643B017}"/>
              </a:ext>
            </a:extLst>
          </p:cNvPr>
          <p:cNvPicPr/>
          <p:nvPr/>
        </p:nvPicPr>
        <p:blipFill>
          <a:blip r:embed="rId3" cstate="print"/>
          <a:stretch>
            <a:fillRect/>
          </a:stretch>
        </p:blipFill>
        <p:spPr>
          <a:xfrm>
            <a:off x="6982461" y="1374533"/>
            <a:ext cx="2179740" cy="5424391"/>
          </a:xfrm>
          <a:prstGeom prst="rect">
            <a:avLst/>
          </a:prstGeom>
        </p:spPr>
      </p:pic>
      <p:sp>
        <p:nvSpPr>
          <p:cNvPr id="12" name="object 4">
            <a:extLst>
              <a:ext uri="{FF2B5EF4-FFF2-40B4-BE49-F238E27FC236}">
                <a16:creationId xmlns:a16="http://schemas.microsoft.com/office/drawing/2014/main" id="{D431407B-E819-B507-1165-4DC93798464B}"/>
              </a:ext>
            </a:extLst>
          </p:cNvPr>
          <p:cNvSpPr txBox="1"/>
          <p:nvPr/>
        </p:nvSpPr>
        <p:spPr>
          <a:xfrm>
            <a:off x="10126868" y="2132312"/>
            <a:ext cx="1571625" cy="260968"/>
          </a:xfrm>
          <a:prstGeom prst="rect">
            <a:avLst/>
          </a:prstGeom>
        </p:spPr>
        <p:txBody>
          <a:bodyPr vert="horz" wrap="square" lIns="0" tIns="14604" rIns="0" bIns="0" rtlCol="0">
            <a:spAutoFit/>
          </a:bodyPr>
          <a:lstStyle/>
          <a:p>
            <a:pPr marL="12700">
              <a:lnSpc>
                <a:spcPct val="100000"/>
              </a:lnSpc>
              <a:spcBef>
                <a:spcPts val="114"/>
              </a:spcBef>
            </a:pPr>
            <a:r>
              <a:rPr sz="1600" spc="45">
                <a:solidFill>
                  <a:srgbClr val="19223F"/>
                </a:solidFill>
                <a:latin typeface="Gordita" pitchFamily="2" charset="77"/>
                <a:cs typeface="Gordita" pitchFamily="2" charset="77"/>
              </a:rPr>
              <a:t>Headline</a:t>
            </a:r>
            <a:endParaRPr sz="1600">
              <a:solidFill>
                <a:srgbClr val="19223F"/>
              </a:solidFill>
              <a:latin typeface="Gordita" pitchFamily="2" charset="77"/>
              <a:cs typeface="Gordita" pitchFamily="2" charset="77"/>
            </a:endParaRPr>
          </a:p>
        </p:txBody>
      </p:sp>
      <p:sp>
        <p:nvSpPr>
          <p:cNvPr id="13" name="object 9">
            <a:extLst>
              <a:ext uri="{FF2B5EF4-FFF2-40B4-BE49-F238E27FC236}">
                <a16:creationId xmlns:a16="http://schemas.microsoft.com/office/drawing/2014/main" id="{9E95279D-4CA1-F7EB-3B31-D3ECCA077543}"/>
              </a:ext>
            </a:extLst>
          </p:cNvPr>
          <p:cNvSpPr txBox="1"/>
          <p:nvPr/>
        </p:nvSpPr>
        <p:spPr>
          <a:xfrm>
            <a:off x="10130543" y="4086729"/>
            <a:ext cx="1983105" cy="260968"/>
          </a:xfrm>
          <a:prstGeom prst="rect">
            <a:avLst/>
          </a:prstGeom>
        </p:spPr>
        <p:txBody>
          <a:bodyPr vert="horz" wrap="square" lIns="0" tIns="14604" rIns="0" bIns="0" rtlCol="0">
            <a:spAutoFit/>
          </a:bodyPr>
          <a:lstStyle/>
          <a:p>
            <a:pPr marL="12700">
              <a:lnSpc>
                <a:spcPct val="100000"/>
              </a:lnSpc>
              <a:spcBef>
                <a:spcPts val="114"/>
              </a:spcBef>
            </a:pPr>
            <a:r>
              <a:rPr sz="1600">
                <a:solidFill>
                  <a:srgbClr val="19223F"/>
                </a:solidFill>
                <a:latin typeface="Gordita" pitchFamily="2" charset="77"/>
                <a:cs typeface="Gordita" pitchFamily="2" charset="77"/>
              </a:rPr>
              <a:t>What’s</a:t>
            </a:r>
            <a:r>
              <a:rPr sz="1600" spc="-85">
                <a:solidFill>
                  <a:srgbClr val="19223F"/>
                </a:solidFill>
                <a:latin typeface="Gordita" pitchFamily="2" charset="77"/>
                <a:cs typeface="Gordita" pitchFamily="2" charset="77"/>
              </a:rPr>
              <a:t> </a:t>
            </a:r>
            <a:r>
              <a:rPr sz="1600" spc="-25">
                <a:solidFill>
                  <a:srgbClr val="19223F"/>
                </a:solidFill>
                <a:latin typeface="Gordita" pitchFamily="2" charset="77"/>
                <a:cs typeface="Gordita" pitchFamily="2" charset="77"/>
              </a:rPr>
              <a:t>new</a:t>
            </a:r>
            <a:endParaRPr sz="1600">
              <a:solidFill>
                <a:srgbClr val="19223F"/>
              </a:solidFill>
              <a:latin typeface="Gordita" pitchFamily="2" charset="77"/>
              <a:cs typeface="Gordita" pitchFamily="2" charset="77"/>
            </a:endParaRPr>
          </a:p>
        </p:txBody>
      </p:sp>
      <p:sp>
        <p:nvSpPr>
          <p:cNvPr id="14" name="object 10">
            <a:extLst>
              <a:ext uri="{FF2B5EF4-FFF2-40B4-BE49-F238E27FC236}">
                <a16:creationId xmlns:a16="http://schemas.microsoft.com/office/drawing/2014/main" id="{0527B3B3-6B33-FBD6-D65C-78EFE608105D}"/>
              </a:ext>
            </a:extLst>
          </p:cNvPr>
          <p:cNvSpPr txBox="1"/>
          <p:nvPr/>
        </p:nvSpPr>
        <p:spPr>
          <a:xfrm>
            <a:off x="10081590" y="4919672"/>
            <a:ext cx="2463800" cy="260968"/>
          </a:xfrm>
          <a:prstGeom prst="rect">
            <a:avLst/>
          </a:prstGeom>
        </p:spPr>
        <p:txBody>
          <a:bodyPr vert="horz" wrap="square" lIns="0" tIns="14604" rIns="0" bIns="0" rtlCol="0">
            <a:spAutoFit/>
          </a:bodyPr>
          <a:lstStyle/>
          <a:p>
            <a:pPr marL="12700">
              <a:lnSpc>
                <a:spcPct val="100000"/>
              </a:lnSpc>
              <a:spcBef>
                <a:spcPts val="114"/>
              </a:spcBef>
            </a:pPr>
            <a:r>
              <a:rPr sz="1600" spc="-135">
                <a:solidFill>
                  <a:srgbClr val="19223F"/>
                </a:solidFill>
                <a:latin typeface="Gordita" pitchFamily="2" charset="77"/>
                <a:cs typeface="Gordita" pitchFamily="2" charset="77"/>
              </a:rPr>
              <a:t>Why</a:t>
            </a:r>
            <a:r>
              <a:rPr sz="1600" spc="-160">
                <a:solidFill>
                  <a:srgbClr val="19223F"/>
                </a:solidFill>
                <a:latin typeface="Gordita" pitchFamily="2" charset="77"/>
                <a:cs typeface="Gordita" pitchFamily="2" charset="77"/>
              </a:rPr>
              <a:t> </a:t>
            </a:r>
            <a:r>
              <a:rPr sz="1600" spc="95">
                <a:solidFill>
                  <a:srgbClr val="19223F"/>
                </a:solidFill>
                <a:latin typeface="Gordita" pitchFamily="2" charset="77"/>
                <a:cs typeface="Gordita" pitchFamily="2" charset="77"/>
              </a:rPr>
              <a:t>it</a:t>
            </a:r>
            <a:r>
              <a:rPr sz="1600" spc="-155">
                <a:solidFill>
                  <a:srgbClr val="19223F"/>
                </a:solidFill>
                <a:latin typeface="Gordita" pitchFamily="2" charset="77"/>
                <a:cs typeface="Gordita" pitchFamily="2" charset="77"/>
              </a:rPr>
              <a:t> </a:t>
            </a:r>
            <a:r>
              <a:rPr sz="1600" spc="95">
                <a:solidFill>
                  <a:srgbClr val="19223F"/>
                </a:solidFill>
                <a:latin typeface="Gordita" pitchFamily="2" charset="77"/>
                <a:cs typeface="Gordita" pitchFamily="2" charset="77"/>
              </a:rPr>
              <a:t>matters</a:t>
            </a:r>
            <a:endParaRPr sz="1600">
              <a:solidFill>
                <a:srgbClr val="19223F"/>
              </a:solidFill>
              <a:latin typeface="Gordita" pitchFamily="2" charset="77"/>
              <a:cs typeface="Gordita" pitchFamily="2" charset="77"/>
            </a:endParaRPr>
          </a:p>
        </p:txBody>
      </p:sp>
      <p:pic>
        <p:nvPicPr>
          <p:cNvPr id="16" name="Graphic 15" descr="Arrow Right with solid fill">
            <a:extLst>
              <a:ext uri="{FF2B5EF4-FFF2-40B4-BE49-F238E27FC236}">
                <a16:creationId xmlns:a16="http://schemas.microsoft.com/office/drawing/2014/main" id="{C66F0965-DC65-FE57-3692-8A0AB142C67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9294248" y="2001172"/>
            <a:ext cx="523248" cy="523248"/>
          </a:xfrm>
          <a:prstGeom prst="rect">
            <a:avLst/>
          </a:prstGeom>
        </p:spPr>
      </p:pic>
      <p:pic>
        <p:nvPicPr>
          <p:cNvPr id="17" name="Graphic 16" descr="Arrow Right with solid fill">
            <a:extLst>
              <a:ext uri="{FF2B5EF4-FFF2-40B4-BE49-F238E27FC236}">
                <a16:creationId xmlns:a16="http://schemas.microsoft.com/office/drawing/2014/main" id="{B5661FC7-5E18-18C6-6D7F-50B5C10DD12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9294248" y="3944956"/>
            <a:ext cx="523248" cy="523248"/>
          </a:xfrm>
          <a:prstGeom prst="rect">
            <a:avLst/>
          </a:prstGeom>
        </p:spPr>
      </p:pic>
      <p:pic>
        <p:nvPicPr>
          <p:cNvPr id="18" name="Graphic 17" descr="Arrow Right with solid fill">
            <a:extLst>
              <a:ext uri="{FF2B5EF4-FFF2-40B4-BE49-F238E27FC236}">
                <a16:creationId xmlns:a16="http://schemas.microsoft.com/office/drawing/2014/main" id="{DD82193B-43B5-FFB3-3090-2DE86943CB4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9294248" y="4788532"/>
            <a:ext cx="523248" cy="523248"/>
          </a:xfrm>
          <a:prstGeom prst="rect">
            <a:avLst/>
          </a:prstGeom>
        </p:spPr>
      </p:pic>
    </p:spTree>
    <p:extLst>
      <p:ext uri="{BB962C8B-B14F-4D97-AF65-F5344CB8AC3E}">
        <p14:creationId xmlns:p14="http://schemas.microsoft.com/office/powerpoint/2010/main" val="4191720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1A1F3-2094-40D8-B6BB-CC64232697BC}"/>
              </a:ext>
            </a:extLst>
          </p:cNvPr>
          <p:cNvSpPr>
            <a:spLocks noGrp="1"/>
          </p:cNvSpPr>
          <p:nvPr>
            <p:ph type="title"/>
          </p:nvPr>
        </p:nvSpPr>
        <p:spPr/>
        <p:txBody>
          <a:bodyPr/>
          <a:lstStyle/>
          <a:p>
            <a:r>
              <a:rPr lang="en-US" b="1">
                <a:latin typeface="Gordita" pitchFamily="2" charset="77"/>
                <a:cs typeface="Gordita" pitchFamily="2" charset="77"/>
              </a:rPr>
              <a:t>Structuring Content</a:t>
            </a:r>
          </a:p>
        </p:txBody>
      </p:sp>
      <p:sp>
        <p:nvSpPr>
          <p:cNvPr id="8" name="Rectangle 7">
            <a:extLst>
              <a:ext uri="{FF2B5EF4-FFF2-40B4-BE49-F238E27FC236}">
                <a16:creationId xmlns:a16="http://schemas.microsoft.com/office/drawing/2014/main" id="{12679289-6B6F-C9CC-C494-92C4D59EF533}"/>
              </a:ext>
            </a:extLst>
          </p:cNvPr>
          <p:cNvSpPr/>
          <p:nvPr/>
        </p:nvSpPr>
        <p:spPr>
          <a:xfrm>
            <a:off x="219474" y="999034"/>
            <a:ext cx="11972526" cy="6032421"/>
          </a:xfrm>
          <a:prstGeom prst="rect">
            <a:avLst/>
          </a:prstGeom>
        </p:spPr>
        <p:txBody>
          <a:bodyPr wrap="square" lIns="91440" tIns="45720" rIns="91440" bIns="45720" anchor="t">
            <a:spAutoFit/>
          </a:bodyPr>
          <a:lstStyle/>
          <a:p>
            <a:endParaRPr lang="en-US">
              <a:solidFill>
                <a:schemeClr val="bg1">
                  <a:lumMod val="50000"/>
                </a:schemeClr>
              </a:solidFill>
              <a:latin typeface="Gordita" pitchFamily="2" charset="77"/>
              <a:cs typeface="Gordita" pitchFamily="2" charset="77"/>
            </a:endParaRPr>
          </a:p>
          <a:p>
            <a:pPr marL="342900" indent="-342900">
              <a:buFont typeface="+mj-lt"/>
              <a:buAutoNum type="arabicPeriod"/>
            </a:pPr>
            <a:r>
              <a:rPr lang="en-US" sz="1600" b="1">
                <a:solidFill>
                  <a:srgbClr val="19223F"/>
                </a:solidFill>
                <a:latin typeface="Gordita"/>
                <a:cs typeface="Gordita" pitchFamily="2" charset="77"/>
              </a:rPr>
              <a:t>Headline</a:t>
            </a:r>
            <a:r>
              <a:rPr lang="en-US" sz="1600">
                <a:solidFill>
                  <a:srgbClr val="19223F"/>
                </a:solidFill>
                <a:latin typeface="Gordita"/>
                <a:cs typeface="Gordita" pitchFamily="2" charset="77"/>
              </a:rPr>
              <a:t>: </a:t>
            </a:r>
            <a:r>
              <a:rPr lang="en-US" sz="1600" b="1">
                <a:solidFill>
                  <a:schemeClr val="bg1">
                    <a:lumMod val="50000"/>
                  </a:schemeClr>
                </a:solidFill>
                <a:latin typeface="Gordita"/>
                <a:cs typeface="Gordita" pitchFamily="2" charset="77"/>
              </a:rPr>
              <a:t>The title of your article</a:t>
            </a:r>
          </a:p>
          <a:p>
            <a:pPr marL="800100" lvl="1" indent="-342900">
              <a:buFont typeface="Arial" panose="020B0604020202020204" pitchFamily="34" charset="0"/>
              <a:buChar char="•"/>
            </a:pPr>
            <a:r>
              <a:rPr lang="en-US" sz="1600">
                <a:solidFill>
                  <a:srgbClr val="7F7F7F"/>
                </a:solidFill>
                <a:latin typeface="Gordita"/>
                <a:cs typeface="Gordita" pitchFamily="2" charset="77"/>
              </a:rPr>
              <a:t>Sentence case</a:t>
            </a:r>
            <a:endParaRPr lang="en-US" sz="1600">
              <a:solidFill>
                <a:srgbClr val="7F7F7F"/>
              </a:solidFill>
              <a:latin typeface="Gordita" pitchFamily="2" charset="77"/>
              <a:cs typeface="Gordita" pitchFamily="2" charset="77"/>
            </a:endParaRPr>
          </a:p>
          <a:p>
            <a:pPr marL="742950" lvl="1" indent="-285750">
              <a:buFont typeface="Arial" panose="020B0604020202020204" pitchFamily="34" charset="0"/>
              <a:buChar char="•"/>
            </a:pPr>
            <a:r>
              <a:rPr lang="en-US" sz="1600">
                <a:solidFill>
                  <a:schemeClr val="bg1">
                    <a:lumMod val="50000"/>
                  </a:schemeClr>
                </a:solidFill>
                <a:latin typeface="Gordita"/>
                <a:cs typeface="Gordita" pitchFamily="2" charset="77"/>
              </a:rPr>
              <a:t>Cap them around 60 characters (10 words)  — It’s highly memorable for fast-moving readers.</a:t>
            </a:r>
          </a:p>
          <a:p>
            <a:pPr marL="742950" lvl="1" indent="-285750">
              <a:buFont typeface="Arial" panose="020B0604020202020204" pitchFamily="34" charset="0"/>
              <a:buChar char="•"/>
            </a:pPr>
            <a:r>
              <a:rPr lang="en-US" sz="1600">
                <a:solidFill>
                  <a:schemeClr val="bg1">
                    <a:lumMod val="50000"/>
                  </a:schemeClr>
                </a:solidFill>
                <a:latin typeface="Gordita"/>
                <a:cs typeface="Gordita" pitchFamily="2" charset="77"/>
              </a:rPr>
              <a:t>Keep them concrete — 59% of readers share a link without ever clicking it. Teach them something.</a:t>
            </a:r>
          </a:p>
          <a:p>
            <a:pPr marL="742950" lvl="1" indent="-285750">
              <a:buFont typeface="Arial" panose="020B0604020202020204" pitchFamily="34" charset="0"/>
              <a:buChar char="•"/>
            </a:pPr>
            <a:r>
              <a:rPr lang="en-US" sz="1600">
                <a:solidFill>
                  <a:schemeClr val="bg1">
                    <a:lumMod val="50000"/>
                  </a:schemeClr>
                </a:solidFill>
                <a:latin typeface="Gordita"/>
                <a:cs typeface="Gordita" pitchFamily="2" charset="77"/>
              </a:rPr>
              <a:t>Use short, simple words — It keeps your content conversational and easy to consume. </a:t>
            </a:r>
          </a:p>
          <a:p>
            <a:pPr marL="742950" lvl="1" indent="-285750">
              <a:buFont typeface="Arial" panose="020B0604020202020204" pitchFamily="34" charset="0"/>
              <a:buChar char="•"/>
            </a:pPr>
            <a:endParaRPr lang="en-US" sz="1600">
              <a:solidFill>
                <a:schemeClr val="bg1">
                  <a:lumMod val="50000"/>
                </a:schemeClr>
              </a:solidFill>
              <a:latin typeface="Gordita" pitchFamily="2" charset="77"/>
              <a:cs typeface="Gordita" pitchFamily="2" charset="77"/>
            </a:endParaRPr>
          </a:p>
          <a:p>
            <a:pPr marL="342900" indent="-342900">
              <a:buFont typeface="+mj-lt"/>
              <a:buAutoNum type="arabicPeriod"/>
            </a:pPr>
            <a:r>
              <a:rPr lang="en-US" sz="1600" b="1">
                <a:solidFill>
                  <a:srgbClr val="19223F"/>
                </a:solidFill>
                <a:latin typeface="Gordita"/>
                <a:cs typeface="Gordita" pitchFamily="2" charset="77"/>
              </a:rPr>
              <a:t>What’s new: </a:t>
            </a:r>
            <a:r>
              <a:rPr lang="en-US" sz="1600" b="1">
                <a:solidFill>
                  <a:schemeClr val="bg1">
                    <a:lumMod val="50000"/>
                  </a:schemeClr>
                </a:solidFill>
                <a:latin typeface="Gordita"/>
                <a:cs typeface="Gordita" pitchFamily="2" charset="77"/>
              </a:rPr>
              <a:t>The first sentence of your update </a:t>
            </a:r>
            <a:r>
              <a:rPr lang="en-US" sz="1600">
                <a:solidFill>
                  <a:schemeClr val="bg1">
                    <a:lumMod val="50000"/>
                  </a:schemeClr>
                </a:solidFill>
                <a:latin typeface="Gordita"/>
                <a:cs typeface="Gordita" pitchFamily="2" charset="77"/>
              </a:rPr>
              <a:t>that tells your reader something essential. </a:t>
            </a:r>
          </a:p>
          <a:p>
            <a:pPr marL="800100" lvl="1" indent="-342900">
              <a:buFont typeface="Arial" panose="020B0604020202020204" pitchFamily="34" charset="0"/>
              <a:buChar char="•"/>
            </a:pPr>
            <a:r>
              <a:rPr lang="en-US" sz="1600">
                <a:solidFill>
                  <a:schemeClr val="bg1">
                    <a:lumMod val="50000"/>
                  </a:schemeClr>
                </a:solidFill>
                <a:latin typeface="Gordita"/>
                <a:cs typeface="Gordita" pitchFamily="2" charset="77"/>
              </a:rPr>
              <a:t>Keep it to one sentence </a:t>
            </a:r>
            <a:r>
              <a:rPr lang="en-US" sz="1600">
                <a:solidFill>
                  <a:schemeClr val="bg1">
                    <a:lumMod val="50000"/>
                  </a:schemeClr>
                </a:solidFill>
                <a:highlight>
                  <a:srgbClr val="DCF1FE"/>
                </a:highlight>
                <a:latin typeface="Gordita"/>
                <a:cs typeface="Gordita" pitchFamily="2" charset="77"/>
              </a:rPr>
              <a:t>— If you can guarantee readers remember one thing, make it this.</a:t>
            </a:r>
          </a:p>
          <a:p>
            <a:pPr marL="800100" lvl="1" indent="-342900">
              <a:buFont typeface="Arial" panose="020B0604020202020204" pitchFamily="34" charset="0"/>
              <a:buChar char="•"/>
            </a:pPr>
            <a:r>
              <a:rPr lang="en-US" sz="1600">
                <a:solidFill>
                  <a:schemeClr val="bg1">
                    <a:lumMod val="50000"/>
                  </a:schemeClr>
                </a:solidFill>
                <a:latin typeface="Gordita"/>
                <a:cs typeface="Gordita" pitchFamily="2" charset="77"/>
              </a:rPr>
              <a:t>Make it distinct — Avoid repeating information or phrases that exist in your headline.</a:t>
            </a:r>
          </a:p>
          <a:p>
            <a:pPr marL="800100" lvl="1" indent="-342900">
              <a:buFont typeface="Arial" panose="020B0604020202020204" pitchFamily="34" charset="0"/>
              <a:buChar char="•"/>
            </a:pPr>
            <a:r>
              <a:rPr lang="en-US" sz="1600">
                <a:solidFill>
                  <a:schemeClr val="bg1">
                    <a:lumMod val="50000"/>
                  </a:schemeClr>
                </a:solidFill>
                <a:latin typeface="Gordita"/>
                <a:cs typeface="Gordita" pitchFamily="2" charset="77"/>
              </a:rPr>
              <a:t>Stay conversational — How would I say this to a friend or colleague?</a:t>
            </a:r>
          </a:p>
          <a:p>
            <a:pPr marL="800100" lvl="1" indent="-342900">
              <a:buFont typeface="Arial" panose="020B0604020202020204" pitchFamily="34" charset="0"/>
              <a:buChar char="•"/>
            </a:pPr>
            <a:endParaRPr lang="en-US" sz="1600">
              <a:solidFill>
                <a:schemeClr val="bg1">
                  <a:lumMod val="50000"/>
                </a:schemeClr>
              </a:solidFill>
              <a:latin typeface="Gordita" pitchFamily="2" charset="77"/>
              <a:cs typeface="Gordita" pitchFamily="2" charset="77"/>
            </a:endParaRPr>
          </a:p>
          <a:p>
            <a:pPr marL="342900" indent="-342900">
              <a:buFont typeface="+mj-lt"/>
              <a:buAutoNum type="arabicPeriod"/>
            </a:pPr>
            <a:r>
              <a:rPr lang="en-US" sz="1600" b="1">
                <a:solidFill>
                  <a:srgbClr val="19223F"/>
                </a:solidFill>
                <a:latin typeface="Gordita"/>
                <a:cs typeface="Gordita" pitchFamily="2" charset="77"/>
              </a:rPr>
              <a:t>Why it matters</a:t>
            </a:r>
            <a:r>
              <a:rPr lang="en-US" sz="1600">
                <a:solidFill>
                  <a:srgbClr val="19223F"/>
                </a:solidFill>
                <a:latin typeface="Gordita"/>
                <a:cs typeface="Gordita" pitchFamily="2" charset="77"/>
              </a:rPr>
              <a:t>: </a:t>
            </a:r>
            <a:r>
              <a:rPr lang="en-US" sz="1600" b="1">
                <a:solidFill>
                  <a:schemeClr val="bg1">
                    <a:lumMod val="50000"/>
                  </a:schemeClr>
                </a:solidFill>
                <a:latin typeface="Gordita"/>
                <a:cs typeface="Gordita" pitchFamily="2" charset="77"/>
              </a:rPr>
              <a:t>The critical context </a:t>
            </a:r>
            <a:r>
              <a:rPr lang="en-US" sz="1600">
                <a:solidFill>
                  <a:schemeClr val="bg1">
                    <a:lumMod val="50000"/>
                  </a:schemeClr>
                </a:solidFill>
                <a:latin typeface="Gordita"/>
                <a:cs typeface="Gordita" pitchFamily="2" charset="77"/>
              </a:rPr>
              <a:t>that explains how this news impacts your reader. </a:t>
            </a:r>
          </a:p>
          <a:p>
            <a:pPr marL="800100" lvl="1" indent="-342900">
              <a:buFont typeface="Arial" panose="020B0604020202020204" pitchFamily="34" charset="0"/>
              <a:buChar char="•"/>
            </a:pPr>
            <a:r>
              <a:rPr lang="en-US" sz="1600">
                <a:solidFill>
                  <a:schemeClr val="bg1">
                    <a:lumMod val="50000"/>
                  </a:schemeClr>
                </a:solidFill>
                <a:latin typeface="Gordita"/>
                <a:cs typeface="Gordita" pitchFamily="2" charset="77"/>
              </a:rPr>
              <a:t>Stay brief — Try to answer this in one, tight sentence, too.</a:t>
            </a:r>
          </a:p>
          <a:p>
            <a:pPr marL="800100" lvl="1" indent="-342900">
              <a:buFont typeface="Arial" panose="020B0604020202020204" pitchFamily="34" charset="0"/>
              <a:buChar char="•"/>
            </a:pPr>
            <a:r>
              <a:rPr lang="en-US" sz="1600">
                <a:solidFill>
                  <a:schemeClr val="bg1">
                    <a:lumMod val="50000"/>
                  </a:schemeClr>
                </a:solidFill>
                <a:latin typeface="Gordita"/>
                <a:cs typeface="Gordita" pitchFamily="2" charset="77"/>
              </a:rPr>
              <a:t>Keep that smart reader in mind — Why does this matter to them, specifically?</a:t>
            </a:r>
          </a:p>
          <a:p>
            <a:pPr marL="800100" lvl="1" indent="-342900">
              <a:buFont typeface="Arial" panose="020B0604020202020204" pitchFamily="34" charset="0"/>
              <a:buChar char="•"/>
            </a:pPr>
            <a:r>
              <a:rPr lang="en-US" sz="1600">
                <a:solidFill>
                  <a:schemeClr val="bg1">
                    <a:lumMod val="50000"/>
                  </a:schemeClr>
                </a:solidFill>
                <a:latin typeface="Gordita"/>
                <a:cs typeface="Gordita" pitchFamily="2" charset="77"/>
              </a:rPr>
              <a:t>Don’t force it — If it doesn’t matter to that reader, stop writing and move on to something else.</a:t>
            </a:r>
          </a:p>
          <a:p>
            <a:pPr marL="800100" lvl="1" indent="-342900">
              <a:buFont typeface="Arial" panose="020B0604020202020204" pitchFamily="34" charset="0"/>
              <a:buChar char="•"/>
            </a:pPr>
            <a:endParaRPr lang="en-US" sz="1600">
              <a:solidFill>
                <a:schemeClr val="bg1">
                  <a:lumMod val="50000"/>
                </a:schemeClr>
              </a:solidFill>
              <a:latin typeface="Gordita" pitchFamily="2" charset="77"/>
              <a:cs typeface="Gordita" pitchFamily="2" charset="77"/>
            </a:endParaRPr>
          </a:p>
          <a:p>
            <a:pPr marL="342900" indent="-342900">
              <a:buFont typeface="+mj-lt"/>
              <a:buAutoNum type="arabicPeriod"/>
            </a:pPr>
            <a:r>
              <a:rPr lang="en-US" sz="1600" b="1">
                <a:solidFill>
                  <a:srgbClr val="19223F"/>
                </a:solidFill>
                <a:latin typeface="Gordita"/>
                <a:cs typeface="Gordita" pitchFamily="2" charset="77"/>
              </a:rPr>
              <a:t>Style for impact: </a:t>
            </a:r>
            <a:r>
              <a:rPr lang="en-US" sz="1600">
                <a:solidFill>
                  <a:schemeClr val="bg1">
                    <a:lumMod val="50000"/>
                  </a:schemeClr>
                </a:solidFill>
                <a:latin typeface="Gordita"/>
                <a:cs typeface="Gordita" pitchFamily="2" charset="77"/>
              </a:rPr>
              <a:t>The rest of your text should be digestible and scannable to boost retention. </a:t>
            </a:r>
          </a:p>
          <a:p>
            <a:pPr marL="800100" lvl="1" indent="-342900">
              <a:buFont typeface="Arial" panose="020B0604020202020204" pitchFamily="34" charset="0"/>
              <a:buChar char="•"/>
            </a:pPr>
            <a:r>
              <a:rPr lang="en-US" sz="1600">
                <a:solidFill>
                  <a:schemeClr val="bg1">
                    <a:lumMod val="50000"/>
                  </a:schemeClr>
                </a:solidFill>
                <a:latin typeface="Gordita"/>
                <a:cs typeface="Gordita" pitchFamily="2" charset="77"/>
              </a:rPr>
              <a:t>Bullets break up blocks of text and create easy-to-skim lists.</a:t>
            </a:r>
          </a:p>
          <a:p>
            <a:pPr marL="800100" lvl="1" indent="-342900">
              <a:buFont typeface="Arial" panose="020B0604020202020204" pitchFamily="34" charset="0"/>
              <a:buChar char="•"/>
            </a:pPr>
            <a:r>
              <a:rPr lang="en-US" sz="1600">
                <a:solidFill>
                  <a:schemeClr val="bg1">
                    <a:lumMod val="50000"/>
                  </a:schemeClr>
                </a:solidFill>
                <a:latin typeface="Gordita"/>
                <a:cs typeface="Gordita" pitchFamily="2" charset="77"/>
              </a:rPr>
              <a:t>Bolding amplifies key points and pulls readers deeper into the update.</a:t>
            </a:r>
          </a:p>
          <a:p>
            <a:pPr marL="800100" lvl="1" indent="-342900">
              <a:buFont typeface="Arial" panose="020B0604020202020204" pitchFamily="34" charset="0"/>
              <a:buChar char="•"/>
            </a:pPr>
            <a:r>
              <a:rPr lang="en-US" sz="1600">
                <a:solidFill>
                  <a:schemeClr val="bg1">
                    <a:lumMod val="50000"/>
                  </a:schemeClr>
                </a:solidFill>
                <a:latin typeface="Gordita"/>
                <a:cs typeface="Gordita" pitchFamily="2" charset="77"/>
              </a:rPr>
              <a:t>Links provide access to related resources and deeper analysis — all in service to the reader.</a:t>
            </a:r>
          </a:p>
          <a:p>
            <a:pPr lvl="1"/>
            <a:endParaRPr lang="en-US" sz="1600">
              <a:solidFill>
                <a:schemeClr val="bg1">
                  <a:lumMod val="50000"/>
                </a:schemeClr>
              </a:solidFill>
              <a:latin typeface="Gordita" pitchFamily="2" charset="77"/>
              <a:cs typeface="Gordita" pitchFamily="2" charset="77"/>
            </a:endParaRPr>
          </a:p>
          <a:p>
            <a:pPr lvl="1"/>
            <a:r>
              <a:rPr lang="en-US" sz="1600">
                <a:solidFill>
                  <a:schemeClr val="bg1">
                    <a:lumMod val="50000"/>
                  </a:schemeClr>
                </a:solidFill>
                <a:latin typeface="Gordita"/>
                <a:cs typeface="Gordita" pitchFamily="2" charset="77"/>
              </a:rPr>
              <a:t>For newsletters, we recommend each article be </a:t>
            </a:r>
            <a:r>
              <a:rPr lang="en-US" sz="1600" b="1">
                <a:solidFill>
                  <a:srgbClr val="19223F"/>
                </a:solidFill>
                <a:latin typeface="Gordita"/>
                <a:cs typeface="Gordita" pitchFamily="2" charset="77"/>
              </a:rPr>
              <a:t>no more than 100 to 150 words</a:t>
            </a:r>
            <a:r>
              <a:rPr lang="en-US" sz="1600">
                <a:solidFill>
                  <a:schemeClr val="bg1">
                    <a:lumMod val="50000"/>
                  </a:schemeClr>
                </a:solidFill>
                <a:latin typeface="Gordita"/>
                <a:cs typeface="Gordita" pitchFamily="2" charset="77"/>
              </a:rPr>
              <a:t>.</a:t>
            </a:r>
          </a:p>
          <a:p>
            <a:pPr lvl="1"/>
            <a:endParaRPr lang="en-US" sz="1600">
              <a:solidFill>
                <a:schemeClr val="bg1">
                  <a:lumMod val="50000"/>
                </a:schemeClr>
              </a:solidFill>
              <a:latin typeface="Gordita" pitchFamily="2" charset="77"/>
              <a:cs typeface="Gordita" pitchFamily="2" charset="77"/>
            </a:endParaRPr>
          </a:p>
        </p:txBody>
      </p:sp>
    </p:spTree>
    <p:extLst>
      <p:ext uri="{BB962C8B-B14F-4D97-AF65-F5344CB8AC3E}">
        <p14:creationId xmlns:p14="http://schemas.microsoft.com/office/powerpoint/2010/main" val="1613921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916333-573C-9801-18FD-F2BFEC0F51C8}"/>
              </a:ext>
            </a:extLst>
          </p:cNvPr>
          <p:cNvSpPr/>
          <p:nvPr/>
        </p:nvSpPr>
        <p:spPr>
          <a:xfrm>
            <a:off x="6153602" y="914400"/>
            <a:ext cx="6038398" cy="5943600"/>
          </a:xfrm>
          <a:prstGeom prst="rect">
            <a:avLst/>
          </a:prstGeom>
          <a:solidFill>
            <a:srgbClr val="DCF1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6D6EE"/>
              </a:solidFill>
            </a:endParaRPr>
          </a:p>
        </p:txBody>
      </p:sp>
      <p:sp>
        <p:nvSpPr>
          <p:cNvPr id="8" name="Title 13">
            <a:extLst>
              <a:ext uri="{FF2B5EF4-FFF2-40B4-BE49-F238E27FC236}">
                <a16:creationId xmlns:a16="http://schemas.microsoft.com/office/drawing/2014/main" id="{B6E9836B-586C-5340-BDC5-7B34D2D0091C}"/>
              </a:ext>
            </a:extLst>
          </p:cNvPr>
          <p:cNvSpPr txBox="1">
            <a:spLocks/>
          </p:cNvSpPr>
          <p:nvPr/>
        </p:nvSpPr>
        <p:spPr>
          <a:xfrm>
            <a:off x="149385" y="315266"/>
            <a:ext cx="11630279" cy="4142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b="1">
                <a:latin typeface="Gordita" pitchFamily="2" charset="77"/>
                <a:ea typeface="Roboto" panose="02000000000000000000" pitchFamily="2" charset="0"/>
                <a:cs typeface="Gordita" pitchFamily="2" charset="77"/>
              </a:rPr>
              <a:t>Example</a:t>
            </a:r>
            <a:endParaRPr lang="en-US" sz="3200" b="1">
              <a:highlight>
                <a:srgbClr val="FF0000"/>
              </a:highlight>
              <a:latin typeface="Gordita" pitchFamily="2" charset="77"/>
              <a:ea typeface="Roboto" panose="02000000000000000000" pitchFamily="2" charset="0"/>
              <a:cs typeface="Gordita" pitchFamily="2" charset="77"/>
            </a:endParaRPr>
          </a:p>
        </p:txBody>
      </p:sp>
      <p:sp>
        <p:nvSpPr>
          <p:cNvPr id="3" name="Subtitle 2">
            <a:extLst>
              <a:ext uri="{FF2B5EF4-FFF2-40B4-BE49-F238E27FC236}">
                <a16:creationId xmlns:a16="http://schemas.microsoft.com/office/drawing/2014/main" id="{D181F6DD-1334-9D3C-4B84-23A693CFFEE0}"/>
              </a:ext>
            </a:extLst>
          </p:cNvPr>
          <p:cNvSpPr txBox="1">
            <a:spLocks/>
          </p:cNvSpPr>
          <p:nvPr/>
        </p:nvSpPr>
        <p:spPr>
          <a:xfrm>
            <a:off x="6457507" y="1120210"/>
            <a:ext cx="5547974" cy="4823390"/>
          </a:xfrm>
          <a:prstGeom prst="rect">
            <a:avLst/>
          </a:prstGeom>
          <a:ln>
            <a:noFill/>
          </a:ln>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olidFill>
                  <a:srgbClr val="19223F"/>
                </a:solidFill>
                <a:latin typeface="Gordita" pitchFamily="2" charset="77"/>
                <a:cs typeface="Gordita" pitchFamily="2" charset="77"/>
              </a:rPr>
              <a:t>After:</a:t>
            </a:r>
          </a:p>
          <a:p>
            <a:pPr algn="l"/>
            <a:endParaRPr lang="en-US" sz="1800" b="1">
              <a:solidFill>
                <a:srgbClr val="19223F"/>
              </a:solidFill>
              <a:latin typeface="Gordita" pitchFamily="2" charset="77"/>
              <a:cs typeface="Gordita" pitchFamily="2" charset="77"/>
            </a:endParaRPr>
          </a:p>
          <a:p>
            <a:pPr algn="l"/>
            <a:endParaRPr lang="en-US" sz="1800" b="1">
              <a:solidFill>
                <a:srgbClr val="19223F"/>
              </a:solidFill>
              <a:latin typeface="Gordita" pitchFamily="2" charset="77"/>
              <a:cs typeface="Gordita" pitchFamily="2" charset="77"/>
            </a:endParaRPr>
          </a:p>
          <a:p>
            <a:pPr marL="342900" indent="-342900" algn="l">
              <a:buFont typeface="+mj-lt"/>
              <a:buAutoNum type="arabicPeriod"/>
            </a:pPr>
            <a:endParaRPr lang="en-US" sz="1600">
              <a:solidFill>
                <a:schemeClr val="bg1"/>
              </a:solidFill>
              <a:latin typeface="Gordita" pitchFamily="2" charset="77"/>
              <a:ea typeface="Roboto" panose="02000000000000000000" pitchFamily="2" charset="0"/>
              <a:cs typeface="Gordita" pitchFamily="2" charset="77"/>
            </a:endParaRPr>
          </a:p>
        </p:txBody>
      </p:sp>
      <p:sp>
        <p:nvSpPr>
          <p:cNvPr id="5" name="Subtitle 2">
            <a:extLst>
              <a:ext uri="{FF2B5EF4-FFF2-40B4-BE49-F238E27FC236}">
                <a16:creationId xmlns:a16="http://schemas.microsoft.com/office/drawing/2014/main" id="{81D1864B-ED02-12BF-E51C-B2A0F16A173F}"/>
              </a:ext>
            </a:extLst>
          </p:cNvPr>
          <p:cNvSpPr txBox="1">
            <a:spLocks/>
          </p:cNvSpPr>
          <p:nvPr/>
        </p:nvSpPr>
        <p:spPr>
          <a:xfrm>
            <a:off x="115205" y="1588042"/>
            <a:ext cx="6038397" cy="3681916"/>
          </a:xfrm>
          <a:prstGeom prst="rect">
            <a:avLst/>
          </a:prstGeom>
          <a:ln>
            <a:noFill/>
          </a:ln>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algn="l">
              <a:spcBef>
                <a:spcPts val="0"/>
              </a:spcBef>
              <a:spcAft>
                <a:spcPts val="0"/>
              </a:spcAft>
            </a:pPr>
            <a:r>
              <a:rPr lang="en-US" sz="1200" b="1">
                <a:solidFill>
                  <a:schemeClr val="bg1">
                    <a:lumMod val="50000"/>
                  </a:schemeClr>
                </a:solidFill>
                <a:effectLst/>
                <a:latin typeface="Gordita" pitchFamily="2" charset="77"/>
                <a:ea typeface="Calibri" panose="020F0502020204030204" pitchFamily="34" charset="0"/>
                <a:cs typeface="Gordita" pitchFamily="2" charset="77"/>
              </a:rPr>
              <a:t>2G Network Initiative (</a:t>
            </a:r>
            <a:r>
              <a:rPr lang="en-US" sz="1200" b="1" err="1">
                <a:solidFill>
                  <a:schemeClr val="bg1">
                    <a:lumMod val="50000"/>
                  </a:schemeClr>
                </a:solidFill>
                <a:effectLst/>
                <a:latin typeface="Gordita" pitchFamily="2" charset="77"/>
                <a:ea typeface="Calibri" panose="020F0502020204030204" pitchFamily="34" charset="0"/>
                <a:cs typeface="Gordita" pitchFamily="2" charset="77"/>
              </a:rPr>
              <a:t>Autostore</a:t>
            </a:r>
            <a:r>
              <a:rPr lang="en-US" sz="1200" b="1">
                <a:solidFill>
                  <a:schemeClr val="bg1">
                    <a:lumMod val="50000"/>
                  </a:schemeClr>
                </a:solidFill>
                <a:effectLst/>
                <a:latin typeface="Gordita" pitchFamily="2" charset="77"/>
                <a:ea typeface="Calibri" panose="020F0502020204030204" pitchFamily="34" charset="0"/>
                <a:cs typeface="Gordita" pitchFamily="2" charset="77"/>
              </a:rPr>
              <a:t> Box Build)</a:t>
            </a:r>
          </a:p>
          <a:p>
            <a:pPr marL="0" marR="0" algn="ctr">
              <a:spcBef>
                <a:spcPts val="0"/>
              </a:spcBef>
              <a:spcAft>
                <a:spcPts val="0"/>
              </a:spcAft>
            </a:pPr>
            <a:endParaRPr lang="en-US" sz="1200">
              <a:solidFill>
                <a:schemeClr val="bg1">
                  <a:lumMod val="50000"/>
                </a:schemeClr>
              </a:solidFill>
              <a:effectLst/>
              <a:latin typeface="Gordita" pitchFamily="2" charset="77"/>
              <a:ea typeface="Calibri" panose="020F0502020204030204" pitchFamily="34" charset="0"/>
              <a:cs typeface="Gordita" pitchFamily="2" charset="77"/>
            </a:endParaRPr>
          </a:p>
          <a:p>
            <a:pPr marL="0" marR="0" algn="l">
              <a:spcBef>
                <a:spcPts val="0"/>
              </a:spcBef>
              <a:spcAft>
                <a:spcPts val="0"/>
              </a:spcAft>
            </a:pPr>
            <a:r>
              <a:rPr lang="en-US" sz="900">
                <a:solidFill>
                  <a:schemeClr val="bg1">
                    <a:lumMod val="50000"/>
                  </a:schemeClr>
                </a:solidFill>
                <a:effectLst/>
                <a:latin typeface="Gordita" pitchFamily="2" charset="77"/>
                <a:ea typeface="Calibri" panose="020F0502020204030204" pitchFamily="34" charset="0"/>
                <a:cs typeface="Gordita" pitchFamily="2" charset="77"/>
              </a:rPr>
              <a:t>During the week of 1/15/2023, the 2G network conducted the first network kaizen event, which had leaders from all sites in participation. AVP2 and RNO1 sent leaders to work with MCI1, who hosted the event. Their goal was to tackle network barriers within in their </a:t>
            </a:r>
            <a:r>
              <a:rPr lang="en-US" sz="900" err="1">
                <a:solidFill>
                  <a:schemeClr val="bg1">
                    <a:lumMod val="50000"/>
                  </a:schemeClr>
                </a:solidFill>
                <a:effectLst/>
                <a:latin typeface="Gordita" pitchFamily="2" charset="77"/>
                <a:ea typeface="Calibri" panose="020F0502020204030204" pitchFamily="34" charset="0"/>
                <a:cs typeface="Gordita" pitchFamily="2" charset="77"/>
              </a:rPr>
              <a:t>Autostore</a:t>
            </a:r>
            <a:r>
              <a:rPr lang="en-US" sz="900">
                <a:solidFill>
                  <a:schemeClr val="bg1">
                    <a:lumMod val="50000"/>
                  </a:schemeClr>
                </a:solidFill>
                <a:effectLst/>
                <a:latin typeface="Gordita" pitchFamily="2" charset="77"/>
                <a:ea typeface="Calibri" panose="020F0502020204030204" pitchFamily="34" charset="0"/>
                <a:cs typeface="Gordita" pitchFamily="2" charset="77"/>
              </a:rPr>
              <a:t> Box Build indirect process. This included reviewing staffing practices that MCI1 was implementing due to their lower percentage ratio of indirect staffing (42.7%), wasted time in transportation of pre-built boxes to pickers’ box suites, and box suite layout out for material replenishment. Additionally, the kaizen team put UPLH impact of actions implemented from the event in-scope of their project.</a:t>
            </a:r>
          </a:p>
          <a:p>
            <a:pPr marL="0" marR="0" algn="l">
              <a:spcBef>
                <a:spcPts val="0"/>
              </a:spcBef>
              <a:spcAft>
                <a:spcPts val="0"/>
              </a:spcAft>
            </a:pPr>
            <a:r>
              <a:rPr lang="en-US" sz="900">
                <a:solidFill>
                  <a:schemeClr val="bg1">
                    <a:lumMod val="50000"/>
                  </a:schemeClr>
                </a:solidFill>
                <a:effectLst/>
                <a:latin typeface="Gordita" pitchFamily="2" charset="77"/>
                <a:ea typeface="Calibri" panose="020F0502020204030204" pitchFamily="34" charset="0"/>
                <a:cs typeface="Gordita" pitchFamily="2" charset="77"/>
              </a:rPr>
              <a:t> </a:t>
            </a:r>
          </a:p>
          <a:p>
            <a:pPr marL="0" marR="0" algn="l">
              <a:spcBef>
                <a:spcPts val="0"/>
              </a:spcBef>
              <a:spcAft>
                <a:spcPts val="0"/>
              </a:spcAft>
            </a:pPr>
            <a:r>
              <a:rPr lang="en-US" sz="900">
                <a:solidFill>
                  <a:schemeClr val="bg1">
                    <a:lumMod val="50000"/>
                  </a:schemeClr>
                </a:solidFill>
                <a:effectLst/>
                <a:latin typeface="Gordita" pitchFamily="2" charset="77"/>
                <a:ea typeface="Calibri" panose="020F0502020204030204" pitchFamily="34" charset="0"/>
                <a:cs typeface="Gordita" pitchFamily="2" charset="77"/>
              </a:rPr>
              <a:t>Prior to the event, the box build process looks like this: a box builder retrieves boxes from designated corrugate staging, box builder builds the box and puts through taper (like 1G induction box build), built boxes are manual stacked and staged by box size, a </a:t>
            </a:r>
            <a:r>
              <a:rPr lang="en-US" sz="900" err="1">
                <a:solidFill>
                  <a:schemeClr val="bg1">
                    <a:lumMod val="50000"/>
                  </a:schemeClr>
                </a:solidFill>
                <a:effectLst/>
                <a:latin typeface="Gordita" pitchFamily="2" charset="77"/>
                <a:ea typeface="Calibri" panose="020F0502020204030204" pitchFamily="34" charset="0"/>
                <a:cs typeface="Gordita" pitchFamily="2" charset="77"/>
              </a:rPr>
              <a:t>waterspider</a:t>
            </a:r>
            <a:r>
              <a:rPr lang="en-US" sz="900">
                <a:solidFill>
                  <a:schemeClr val="bg1">
                    <a:lumMod val="50000"/>
                  </a:schemeClr>
                </a:solidFill>
                <a:effectLst/>
                <a:latin typeface="Gordita" pitchFamily="2" charset="77"/>
                <a:ea typeface="Calibri" panose="020F0502020204030204" pitchFamily="34" charset="0"/>
                <a:cs typeface="Gordita" pitchFamily="2" charset="77"/>
              </a:rPr>
              <a:t> moves stacked boxes from staged location onto a flatbed cart, and then they transport and replenish boxes where needed. Box builders averaged 827.5 CPH and </a:t>
            </a:r>
            <a:r>
              <a:rPr lang="en-US" sz="900" err="1">
                <a:solidFill>
                  <a:schemeClr val="bg1">
                    <a:lumMod val="50000"/>
                  </a:schemeClr>
                </a:solidFill>
                <a:effectLst/>
                <a:latin typeface="Gordita" pitchFamily="2" charset="77"/>
                <a:ea typeface="Calibri" panose="020F0502020204030204" pitchFamily="34" charset="0"/>
                <a:cs typeface="Gordita" pitchFamily="2" charset="77"/>
              </a:rPr>
              <a:t>waterspiders</a:t>
            </a:r>
            <a:r>
              <a:rPr lang="en-US" sz="900">
                <a:solidFill>
                  <a:schemeClr val="bg1">
                    <a:lumMod val="50000"/>
                  </a:schemeClr>
                </a:solidFill>
                <a:effectLst/>
                <a:latin typeface="Gordita" pitchFamily="2" charset="77"/>
                <a:ea typeface="Calibri" panose="020F0502020204030204" pitchFamily="34" charset="0"/>
                <a:cs typeface="Gordita" pitchFamily="2" charset="77"/>
              </a:rPr>
              <a:t> travel time ranged 4-6 minutes checking eight picker box suites. Additional factors that contributed waste to the process were: boxes staged in box suites horizontally (1 stack), lack of Kanban system to notify </a:t>
            </a:r>
            <a:r>
              <a:rPr lang="en-US" sz="900" err="1">
                <a:solidFill>
                  <a:schemeClr val="bg1">
                    <a:lumMod val="50000"/>
                  </a:schemeClr>
                </a:solidFill>
                <a:effectLst/>
                <a:latin typeface="Gordita" pitchFamily="2" charset="77"/>
                <a:ea typeface="Calibri" panose="020F0502020204030204" pitchFamily="34" charset="0"/>
                <a:cs typeface="Gordita" pitchFamily="2" charset="77"/>
              </a:rPr>
              <a:t>waterspiders</a:t>
            </a:r>
            <a:r>
              <a:rPr lang="en-US" sz="900">
                <a:solidFill>
                  <a:schemeClr val="bg1">
                    <a:lumMod val="50000"/>
                  </a:schemeClr>
                </a:solidFill>
                <a:effectLst/>
                <a:latin typeface="Gordita" pitchFamily="2" charset="77"/>
                <a:ea typeface="Calibri" panose="020F0502020204030204" pitchFamily="34" charset="0"/>
                <a:cs typeface="Gordita" pitchFamily="2" charset="77"/>
              </a:rPr>
              <a:t> of boxes that needed to be replenished, transportation cart design allows boxes to fall over/off, and lack of availability of high frequency boxes causing pickers to retrieve their own boxes. The boxes staged horizontally presented wasted capacity potential in the box suites, which if optimized could reduce </a:t>
            </a:r>
            <a:r>
              <a:rPr lang="en-US" sz="900" err="1">
                <a:solidFill>
                  <a:schemeClr val="bg1">
                    <a:lumMod val="50000"/>
                  </a:schemeClr>
                </a:solidFill>
                <a:effectLst/>
                <a:latin typeface="Gordita" pitchFamily="2" charset="77"/>
                <a:ea typeface="Calibri" panose="020F0502020204030204" pitchFamily="34" charset="0"/>
                <a:cs typeface="Gordita" pitchFamily="2" charset="77"/>
              </a:rPr>
              <a:t>waterspider</a:t>
            </a:r>
            <a:r>
              <a:rPr lang="en-US" sz="900">
                <a:solidFill>
                  <a:schemeClr val="bg1">
                    <a:lumMod val="50000"/>
                  </a:schemeClr>
                </a:solidFill>
                <a:effectLst/>
                <a:latin typeface="Gordita" pitchFamily="2" charset="77"/>
                <a:ea typeface="Calibri" panose="020F0502020204030204" pitchFamily="34" charset="0"/>
                <a:cs typeface="Gordita" pitchFamily="2" charset="77"/>
              </a:rPr>
              <a:t> touches. The boxes stacked on carts not being stable on the cart causes </a:t>
            </a:r>
            <a:r>
              <a:rPr lang="en-US" sz="900" err="1">
                <a:solidFill>
                  <a:schemeClr val="bg1">
                    <a:lumMod val="50000"/>
                  </a:schemeClr>
                </a:solidFill>
                <a:effectLst/>
                <a:latin typeface="Gordita" pitchFamily="2" charset="77"/>
                <a:ea typeface="Calibri" panose="020F0502020204030204" pitchFamily="34" charset="0"/>
                <a:cs typeface="Gordita" pitchFamily="2" charset="77"/>
              </a:rPr>
              <a:t>waterspiders</a:t>
            </a:r>
            <a:r>
              <a:rPr lang="en-US" sz="900">
                <a:solidFill>
                  <a:schemeClr val="bg1">
                    <a:lumMod val="50000"/>
                  </a:schemeClr>
                </a:solidFill>
                <a:effectLst/>
                <a:latin typeface="Gordita" pitchFamily="2" charset="77"/>
                <a:ea typeface="Calibri" panose="020F0502020204030204" pitchFamily="34" charset="0"/>
                <a:cs typeface="Gordita" pitchFamily="2" charset="77"/>
              </a:rPr>
              <a:t> to utilize 65% of the capacity of the cart.</a:t>
            </a:r>
          </a:p>
          <a:p>
            <a:pPr marL="0" marR="0" algn="l">
              <a:spcBef>
                <a:spcPts val="0"/>
              </a:spcBef>
              <a:spcAft>
                <a:spcPts val="0"/>
              </a:spcAft>
            </a:pPr>
            <a:r>
              <a:rPr lang="en-US" sz="900">
                <a:solidFill>
                  <a:schemeClr val="bg1">
                    <a:lumMod val="50000"/>
                  </a:schemeClr>
                </a:solidFill>
                <a:effectLst/>
                <a:latin typeface="Gordita" pitchFamily="2" charset="77"/>
                <a:ea typeface="Calibri" panose="020F0502020204030204" pitchFamily="34" charset="0"/>
                <a:cs typeface="Gordita" pitchFamily="2" charset="77"/>
              </a:rPr>
              <a:t> </a:t>
            </a:r>
          </a:p>
          <a:p>
            <a:pPr marL="0" marR="0" algn="l">
              <a:spcBef>
                <a:spcPts val="0"/>
              </a:spcBef>
              <a:spcAft>
                <a:spcPts val="0"/>
              </a:spcAft>
            </a:pPr>
            <a:r>
              <a:rPr lang="en-US" sz="900">
                <a:solidFill>
                  <a:schemeClr val="bg1">
                    <a:lumMod val="50000"/>
                  </a:schemeClr>
                </a:solidFill>
                <a:effectLst/>
                <a:latin typeface="Gordita" pitchFamily="2" charset="77"/>
                <a:ea typeface="Calibri" panose="020F0502020204030204" pitchFamily="34" charset="0"/>
                <a:cs typeface="Gordita" pitchFamily="2" charset="77"/>
              </a:rPr>
              <a:t>By the end of the event, the kaizen team was able to demonstrate several actions that drove indirect percentage down and improve picker rates by 30-40 UPH! Through the new staffing model for box build, the kaizen team saw box builders operating at 1,013 CPH (22% increase), as well as water spider total cycle time reduced to 2-4 minutes. Within this week, they were also able to trial a redesign of the box suite that increased pre-built box capacity by 40%, test a different transportation container (black bin) that allowed for enhanced stability, and standardize recommended indirect staffing recommendations to bring the network to operate at 42.7% indirect rate.</a:t>
            </a:r>
          </a:p>
          <a:p>
            <a:pPr marL="0" marR="0" algn="l">
              <a:spcBef>
                <a:spcPts val="0"/>
              </a:spcBef>
              <a:spcAft>
                <a:spcPts val="0"/>
              </a:spcAft>
            </a:pPr>
            <a:r>
              <a:rPr lang="en-US" sz="900">
                <a:solidFill>
                  <a:schemeClr val="bg1">
                    <a:lumMod val="50000"/>
                  </a:schemeClr>
                </a:solidFill>
                <a:effectLst/>
                <a:latin typeface="Gordita" pitchFamily="2" charset="77"/>
                <a:ea typeface="Calibri" panose="020F0502020204030204" pitchFamily="34" charset="0"/>
                <a:cs typeface="Gordita" pitchFamily="2" charset="77"/>
              </a:rPr>
              <a:t> </a:t>
            </a:r>
          </a:p>
          <a:p>
            <a:pPr marL="0" marR="0" algn="l">
              <a:spcBef>
                <a:spcPts val="0"/>
              </a:spcBef>
              <a:spcAft>
                <a:spcPts val="0"/>
              </a:spcAft>
            </a:pPr>
            <a:r>
              <a:rPr lang="en-US" sz="900">
                <a:solidFill>
                  <a:schemeClr val="bg1">
                    <a:lumMod val="50000"/>
                  </a:schemeClr>
                </a:solidFill>
                <a:effectLst/>
                <a:latin typeface="Gordita" pitchFamily="2" charset="77"/>
                <a:ea typeface="Calibri" panose="020F0502020204030204" pitchFamily="34" charset="0"/>
                <a:cs typeface="Gordita" pitchFamily="2" charset="77"/>
              </a:rPr>
              <a:t>This event was hosted at MCI1 (Belton, MO) and lead by: Ezra </a:t>
            </a:r>
            <a:r>
              <a:rPr lang="en-US" sz="900" err="1">
                <a:solidFill>
                  <a:schemeClr val="bg1">
                    <a:lumMod val="50000"/>
                  </a:schemeClr>
                </a:solidFill>
                <a:effectLst/>
                <a:latin typeface="Gordita" pitchFamily="2" charset="77"/>
                <a:ea typeface="Calibri" panose="020F0502020204030204" pitchFamily="34" charset="0"/>
                <a:cs typeface="Gordita" pitchFamily="2" charset="77"/>
              </a:rPr>
              <a:t>Loeblich</a:t>
            </a:r>
            <a:r>
              <a:rPr lang="en-US" sz="900">
                <a:solidFill>
                  <a:schemeClr val="bg1">
                    <a:lumMod val="50000"/>
                  </a:schemeClr>
                </a:solidFill>
                <a:effectLst/>
                <a:latin typeface="Gordita" pitchFamily="2" charset="77"/>
                <a:ea typeface="Calibri" panose="020F0502020204030204" pitchFamily="34" charset="0"/>
                <a:cs typeface="Gordita" pitchFamily="2" charset="77"/>
              </a:rPr>
              <a:t> (MCI1 OM), Taylor Bell (MCI1 AM), Angel Leon (RNO1 OM), Nick </a:t>
            </a:r>
            <a:r>
              <a:rPr lang="en-US" sz="900" err="1">
                <a:solidFill>
                  <a:schemeClr val="bg1">
                    <a:lumMod val="50000"/>
                  </a:schemeClr>
                </a:solidFill>
                <a:effectLst/>
                <a:latin typeface="Gordita" pitchFamily="2" charset="77"/>
                <a:ea typeface="Calibri" panose="020F0502020204030204" pitchFamily="34" charset="0"/>
                <a:cs typeface="Gordita" pitchFamily="2" charset="77"/>
              </a:rPr>
              <a:t>Brunozzi</a:t>
            </a:r>
            <a:r>
              <a:rPr lang="en-US" sz="900">
                <a:solidFill>
                  <a:schemeClr val="bg1">
                    <a:lumMod val="50000"/>
                  </a:schemeClr>
                </a:solidFill>
                <a:effectLst/>
                <a:latin typeface="Gordita" pitchFamily="2" charset="77"/>
                <a:ea typeface="Calibri" panose="020F0502020204030204" pitchFamily="34" charset="0"/>
                <a:cs typeface="Gordita" pitchFamily="2" charset="77"/>
              </a:rPr>
              <a:t> (AVP2 AM) in sponsorship of Haley Miller (SPM – West/2G), Olivia </a:t>
            </a:r>
            <a:r>
              <a:rPr lang="en-US" sz="900" err="1">
                <a:solidFill>
                  <a:schemeClr val="bg1">
                    <a:lumMod val="50000"/>
                  </a:schemeClr>
                </a:solidFill>
                <a:effectLst/>
                <a:latin typeface="Gordita" pitchFamily="2" charset="77"/>
                <a:ea typeface="Calibri" panose="020F0502020204030204" pitchFamily="34" charset="0"/>
                <a:cs typeface="Gordita" pitchFamily="2" charset="77"/>
              </a:rPr>
              <a:t>Trinca</a:t>
            </a:r>
            <a:r>
              <a:rPr lang="en-US" sz="900">
                <a:solidFill>
                  <a:schemeClr val="bg1">
                    <a:lumMod val="50000"/>
                  </a:schemeClr>
                </a:solidFill>
                <a:effectLst/>
                <a:latin typeface="Gordita" pitchFamily="2" charset="77"/>
                <a:ea typeface="Calibri" panose="020F0502020204030204" pitchFamily="34" charset="0"/>
                <a:cs typeface="Gordita" pitchFamily="2" charset="77"/>
              </a:rPr>
              <a:t> (SCM MCI1), Kal Manda (SCM AVP2), and Byron King (SCM RNO1). The team also consisted of MCI1 Leads - </a:t>
            </a:r>
            <a:r>
              <a:rPr lang="en-US" sz="900" err="1">
                <a:solidFill>
                  <a:schemeClr val="bg1">
                    <a:lumMod val="50000"/>
                  </a:schemeClr>
                </a:solidFill>
                <a:effectLst/>
                <a:latin typeface="Gordita" pitchFamily="2" charset="77"/>
                <a:ea typeface="Calibri" panose="020F0502020204030204" pitchFamily="34" charset="0"/>
                <a:cs typeface="Gordita" pitchFamily="2" charset="77"/>
              </a:rPr>
              <a:t>Yomira</a:t>
            </a:r>
            <a:r>
              <a:rPr lang="en-US" sz="900">
                <a:solidFill>
                  <a:schemeClr val="bg1">
                    <a:lumMod val="50000"/>
                  </a:schemeClr>
                </a:solidFill>
                <a:effectLst/>
                <a:latin typeface="Gordita" pitchFamily="2" charset="77"/>
                <a:ea typeface="Calibri" panose="020F0502020204030204" pitchFamily="34" charset="0"/>
                <a:cs typeface="Gordita" pitchFamily="2" charset="77"/>
              </a:rPr>
              <a:t> Valdez Garcia and Eric Perryman – as well as team members/problem solvers – Searcy Mitchell and Ember Smith. Also, kudos to </a:t>
            </a:r>
            <a:r>
              <a:rPr lang="en-US" sz="900" err="1">
                <a:solidFill>
                  <a:schemeClr val="bg1">
                    <a:lumMod val="50000"/>
                  </a:schemeClr>
                </a:solidFill>
                <a:effectLst/>
                <a:latin typeface="Gordita" pitchFamily="2" charset="77"/>
                <a:ea typeface="Calibri" panose="020F0502020204030204" pitchFamily="34" charset="0"/>
                <a:cs typeface="Gordita" pitchFamily="2" charset="77"/>
              </a:rPr>
              <a:t>Kaustav</a:t>
            </a:r>
            <a:r>
              <a:rPr lang="en-US" sz="900">
                <a:solidFill>
                  <a:schemeClr val="bg1">
                    <a:lumMod val="50000"/>
                  </a:schemeClr>
                </a:solidFill>
                <a:effectLst/>
                <a:latin typeface="Gordita" pitchFamily="2" charset="77"/>
                <a:ea typeface="Calibri" panose="020F0502020204030204" pitchFamily="34" charset="0"/>
                <a:cs typeface="Gordita" pitchFamily="2" charset="77"/>
              </a:rPr>
              <a:t> Das (MCI1 OM) who collected pre-work data and time studies.</a:t>
            </a:r>
          </a:p>
          <a:p>
            <a:pPr marL="0" marR="0" algn="l">
              <a:spcBef>
                <a:spcPts val="0"/>
              </a:spcBef>
              <a:spcAft>
                <a:spcPts val="0"/>
              </a:spcAft>
            </a:pPr>
            <a:r>
              <a:rPr lang="en-US" sz="900">
                <a:solidFill>
                  <a:schemeClr val="bg1">
                    <a:lumMod val="50000"/>
                  </a:schemeClr>
                </a:solidFill>
                <a:effectLst/>
                <a:latin typeface="Gordita" pitchFamily="2" charset="77"/>
                <a:ea typeface="Calibri" panose="020F0502020204030204" pitchFamily="34" charset="0"/>
                <a:cs typeface="Gordita" pitchFamily="2" charset="77"/>
              </a:rPr>
              <a:t> </a:t>
            </a:r>
          </a:p>
          <a:p>
            <a:pPr marL="0" marR="0" algn="l">
              <a:spcBef>
                <a:spcPts val="0"/>
              </a:spcBef>
              <a:spcAft>
                <a:spcPts val="0"/>
              </a:spcAft>
            </a:pPr>
            <a:r>
              <a:rPr lang="en-US" sz="900">
                <a:solidFill>
                  <a:schemeClr val="bg1">
                    <a:lumMod val="50000"/>
                  </a:schemeClr>
                </a:solidFill>
                <a:effectLst/>
                <a:latin typeface="Gordita" pitchFamily="2" charset="77"/>
                <a:ea typeface="Calibri" panose="020F0502020204030204" pitchFamily="34" charset="0"/>
                <a:cs typeface="Gordita" pitchFamily="2" charset="77"/>
              </a:rPr>
              <a:t>We look forward to MCI1’s complete transition and the glide path for AVP2 and RNO1 for replication!</a:t>
            </a:r>
          </a:p>
        </p:txBody>
      </p:sp>
      <p:sp>
        <p:nvSpPr>
          <p:cNvPr id="4" name="TextBox 3">
            <a:extLst>
              <a:ext uri="{FF2B5EF4-FFF2-40B4-BE49-F238E27FC236}">
                <a16:creationId xmlns:a16="http://schemas.microsoft.com/office/drawing/2014/main" id="{DA1C3BBB-34A2-FEF0-75EE-8F2E93E32E34}"/>
              </a:ext>
            </a:extLst>
          </p:cNvPr>
          <p:cNvSpPr txBox="1"/>
          <p:nvPr/>
        </p:nvSpPr>
        <p:spPr>
          <a:xfrm>
            <a:off x="115205" y="1120210"/>
            <a:ext cx="6119036" cy="369332"/>
          </a:xfrm>
          <a:prstGeom prst="rect">
            <a:avLst/>
          </a:prstGeom>
          <a:noFill/>
        </p:spPr>
        <p:txBody>
          <a:bodyPr wrap="square">
            <a:spAutoFit/>
          </a:bodyPr>
          <a:lstStyle/>
          <a:p>
            <a:pPr algn="l"/>
            <a:r>
              <a:rPr lang="en-US" sz="1800" b="1">
                <a:solidFill>
                  <a:srgbClr val="19223F"/>
                </a:solidFill>
                <a:latin typeface="Gordita" pitchFamily="2" charset="77"/>
                <a:cs typeface="Gordita" pitchFamily="2" charset="77"/>
              </a:rPr>
              <a:t>Before:</a:t>
            </a:r>
          </a:p>
        </p:txBody>
      </p:sp>
      <p:sp>
        <p:nvSpPr>
          <p:cNvPr id="9" name="TextBox 8">
            <a:extLst>
              <a:ext uri="{FF2B5EF4-FFF2-40B4-BE49-F238E27FC236}">
                <a16:creationId xmlns:a16="http://schemas.microsoft.com/office/drawing/2014/main" id="{81AF5117-FC4F-D817-71E3-07D971604CAF}"/>
              </a:ext>
            </a:extLst>
          </p:cNvPr>
          <p:cNvSpPr txBox="1"/>
          <p:nvPr/>
        </p:nvSpPr>
        <p:spPr>
          <a:xfrm>
            <a:off x="6459907" y="1659546"/>
            <a:ext cx="4095487" cy="5047536"/>
          </a:xfrm>
          <a:prstGeom prst="rect">
            <a:avLst/>
          </a:prstGeom>
          <a:noFill/>
        </p:spPr>
        <p:txBody>
          <a:bodyPr wrap="square">
            <a:spAutoFit/>
          </a:bodyPr>
          <a:lstStyle/>
          <a:p>
            <a:r>
              <a:rPr lang="en-US" sz="1400" b="1">
                <a:solidFill>
                  <a:schemeClr val="bg1">
                    <a:lumMod val="50000"/>
                  </a:schemeClr>
                </a:solidFill>
                <a:effectLst/>
                <a:latin typeface="Gordita" pitchFamily="2" charset="77"/>
                <a:ea typeface="Calibri" panose="020F0502020204030204" pitchFamily="34" charset="0"/>
                <a:cs typeface="Gordita" pitchFamily="2" charset="77"/>
              </a:rPr>
              <a:t>New Autostore Box Build Initiative</a:t>
            </a:r>
          </a:p>
          <a:p>
            <a:endParaRPr lang="en-US" sz="1400">
              <a:solidFill>
                <a:schemeClr val="bg1">
                  <a:lumMod val="50000"/>
                </a:schemeClr>
              </a:solidFill>
              <a:effectLst/>
              <a:latin typeface="Gordita" pitchFamily="2" charset="77"/>
              <a:ea typeface="Calibri" panose="020F0502020204030204" pitchFamily="34" charset="0"/>
              <a:cs typeface="Gordita" pitchFamily="2" charset="77"/>
            </a:endParaRPr>
          </a:p>
          <a:p>
            <a:endParaRPr lang="en-US" sz="1400">
              <a:solidFill>
                <a:schemeClr val="bg1">
                  <a:lumMod val="50000"/>
                </a:schemeClr>
              </a:solidFill>
              <a:latin typeface="Gordita" pitchFamily="2" charset="77"/>
              <a:cs typeface="Gordita" pitchFamily="2" charset="77"/>
            </a:endParaRPr>
          </a:p>
          <a:p>
            <a:r>
              <a:rPr lang="en-US" sz="1400">
                <a:solidFill>
                  <a:schemeClr val="bg1">
                    <a:lumMod val="50000"/>
                  </a:schemeClr>
                </a:solidFill>
                <a:latin typeface="Gordita" pitchFamily="2" charset="77"/>
                <a:cs typeface="Gordita" pitchFamily="2" charset="77"/>
              </a:rPr>
              <a:t>Recently, the Kaizen Team conducted the first network kaizen event at the MCI1 fulfillment center. The team was able to uncover new ways of lowering indirect average and improving picker rates (30-40 UPH)! </a:t>
            </a:r>
          </a:p>
          <a:p>
            <a:r>
              <a:rPr lang="en-US" sz="1400">
                <a:solidFill>
                  <a:schemeClr val="bg1">
                    <a:lumMod val="50000"/>
                  </a:schemeClr>
                </a:solidFill>
                <a:latin typeface="Gordita" pitchFamily="2" charset="77"/>
                <a:cs typeface="Gordita" pitchFamily="2" charset="77"/>
              </a:rPr>
              <a:t> </a:t>
            </a:r>
          </a:p>
          <a:p>
            <a:endParaRPr lang="en-US" sz="1400">
              <a:solidFill>
                <a:schemeClr val="bg1">
                  <a:lumMod val="50000"/>
                </a:schemeClr>
              </a:solidFill>
              <a:latin typeface="Gordita" pitchFamily="2" charset="77"/>
              <a:cs typeface="Gordita" pitchFamily="2" charset="77"/>
            </a:endParaRPr>
          </a:p>
          <a:p>
            <a:r>
              <a:rPr lang="en-US" sz="1400">
                <a:solidFill>
                  <a:schemeClr val="bg1">
                    <a:lumMod val="50000"/>
                  </a:schemeClr>
                </a:solidFill>
                <a:latin typeface="Gordita" pitchFamily="2" charset="77"/>
                <a:cs typeface="Gordita" pitchFamily="2" charset="77"/>
              </a:rPr>
              <a:t>The team was also able to:</a:t>
            </a:r>
          </a:p>
          <a:p>
            <a:pPr marL="285750" indent="-285750">
              <a:buFont typeface="Arial" panose="020B0604020202020204" pitchFamily="34" charset="0"/>
              <a:buChar char="•"/>
            </a:pPr>
            <a:r>
              <a:rPr lang="en-US" sz="1400">
                <a:solidFill>
                  <a:schemeClr val="bg1">
                    <a:lumMod val="50000"/>
                  </a:schemeClr>
                </a:solidFill>
                <a:latin typeface="Gordita" pitchFamily="2" charset="77"/>
                <a:cs typeface="Gordita" pitchFamily="2" charset="77"/>
              </a:rPr>
              <a:t>Redesign a new box suite that increased capacity by 40%, </a:t>
            </a:r>
          </a:p>
          <a:p>
            <a:pPr marL="285750" indent="-285750">
              <a:buFont typeface="Arial" panose="020B0604020202020204" pitchFamily="34" charset="0"/>
              <a:buChar char="•"/>
            </a:pPr>
            <a:r>
              <a:rPr lang="en-US" sz="1400">
                <a:solidFill>
                  <a:schemeClr val="bg1">
                    <a:lumMod val="50000"/>
                  </a:schemeClr>
                </a:solidFill>
                <a:latin typeface="Gordita" pitchFamily="2" charset="77"/>
                <a:cs typeface="Gordita" pitchFamily="2" charset="77"/>
              </a:rPr>
              <a:t>Test different transportation containers for enhanced stability</a:t>
            </a:r>
          </a:p>
          <a:p>
            <a:pPr marL="285750" indent="-285750">
              <a:buFont typeface="Arial" panose="020B0604020202020204" pitchFamily="34" charset="0"/>
              <a:buChar char="•"/>
            </a:pPr>
            <a:r>
              <a:rPr lang="en-US" sz="1400">
                <a:solidFill>
                  <a:schemeClr val="bg1">
                    <a:lumMod val="50000"/>
                  </a:schemeClr>
                </a:solidFill>
                <a:latin typeface="Gordita" pitchFamily="2" charset="77"/>
                <a:cs typeface="Gordita" pitchFamily="2" charset="77"/>
              </a:rPr>
              <a:t>Standardize indirect staffing recommendations to achieve and operate at a 42.7% indirect rate</a:t>
            </a:r>
          </a:p>
          <a:p>
            <a:r>
              <a:rPr lang="en-US" sz="1400">
                <a:solidFill>
                  <a:schemeClr val="bg1">
                    <a:lumMod val="50000"/>
                  </a:schemeClr>
                </a:solidFill>
                <a:latin typeface="Gordita" pitchFamily="2" charset="77"/>
                <a:cs typeface="Gordita" pitchFamily="2" charset="77"/>
              </a:rPr>
              <a:t> </a:t>
            </a:r>
          </a:p>
          <a:p>
            <a:r>
              <a:rPr lang="en-US" sz="1400">
                <a:solidFill>
                  <a:schemeClr val="bg1">
                    <a:lumMod val="50000"/>
                  </a:schemeClr>
                </a:solidFill>
                <a:latin typeface="Gordita" pitchFamily="2" charset="77"/>
                <a:cs typeface="Gordita" pitchFamily="2" charset="77"/>
              </a:rPr>
              <a:t>Stay tuned for more updates as the team continues to develop and share ways to improve! </a:t>
            </a:r>
          </a:p>
        </p:txBody>
      </p:sp>
      <p:sp>
        <p:nvSpPr>
          <p:cNvPr id="10" name="object 4">
            <a:extLst>
              <a:ext uri="{FF2B5EF4-FFF2-40B4-BE49-F238E27FC236}">
                <a16:creationId xmlns:a16="http://schemas.microsoft.com/office/drawing/2014/main" id="{8D2B2FE5-940C-8D3B-EF3C-EE69073401FE}"/>
              </a:ext>
            </a:extLst>
          </p:cNvPr>
          <p:cNvSpPr txBox="1"/>
          <p:nvPr/>
        </p:nvSpPr>
        <p:spPr>
          <a:xfrm>
            <a:off x="10597103" y="1700658"/>
            <a:ext cx="995228" cy="260968"/>
          </a:xfrm>
          <a:prstGeom prst="rect">
            <a:avLst/>
          </a:prstGeom>
        </p:spPr>
        <p:txBody>
          <a:bodyPr vert="horz" wrap="square" lIns="0" tIns="14604" rIns="0" bIns="0" rtlCol="0">
            <a:spAutoFit/>
          </a:bodyPr>
          <a:lstStyle/>
          <a:p>
            <a:pPr marL="12700">
              <a:lnSpc>
                <a:spcPct val="100000"/>
              </a:lnSpc>
              <a:spcBef>
                <a:spcPts val="114"/>
              </a:spcBef>
            </a:pPr>
            <a:r>
              <a:rPr sz="1600" spc="45">
                <a:solidFill>
                  <a:srgbClr val="19223F"/>
                </a:solidFill>
                <a:latin typeface="Gordita" pitchFamily="2" charset="77"/>
                <a:cs typeface="Gordita" pitchFamily="2" charset="77"/>
              </a:rPr>
              <a:t>Headline</a:t>
            </a:r>
            <a:endParaRPr sz="1600">
              <a:solidFill>
                <a:srgbClr val="19223F"/>
              </a:solidFill>
              <a:latin typeface="Gordita" pitchFamily="2" charset="77"/>
              <a:cs typeface="Gordita" pitchFamily="2" charset="77"/>
            </a:endParaRPr>
          </a:p>
        </p:txBody>
      </p:sp>
      <p:sp>
        <p:nvSpPr>
          <p:cNvPr id="11" name="object 9">
            <a:extLst>
              <a:ext uri="{FF2B5EF4-FFF2-40B4-BE49-F238E27FC236}">
                <a16:creationId xmlns:a16="http://schemas.microsoft.com/office/drawing/2014/main" id="{084A72CA-85AD-D433-25D6-A6822B4FDE7E}"/>
              </a:ext>
            </a:extLst>
          </p:cNvPr>
          <p:cNvSpPr txBox="1"/>
          <p:nvPr/>
        </p:nvSpPr>
        <p:spPr>
          <a:xfrm>
            <a:off x="10581638" y="2762566"/>
            <a:ext cx="1217370" cy="260968"/>
          </a:xfrm>
          <a:prstGeom prst="rect">
            <a:avLst/>
          </a:prstGeom>
        </p:spPr>
        <p:txBody>
          <a:bodyPr vert="horz" wrap="square" lIns="0" tIns="14604" rIns="0" bIns="0" rtlCol="0">
            <a:spAutoFit/>
          </a:bodyPr>
          <a:lstStyle/>
          <a:p>
            <a:pPr marL="12700">
              <a:lnSpc>
                <a:spcPct val="100000"/>
              </a:lnSpc>
              <a:spcBef>
                <a:spcPts val="114"/>
              </a:spcBef>
            </a:pPr>
            <a:r>
              <a:rPr sz="1600">
                <a:solidFill>
                  <a:srgbClr val="19223F"/>
                </a:solidFill>
                <a:latin typeface="Gordita" pitchFamily="2" charset="77"/>
                <a:cs typeface="Gordita" pitchFamily="2" charset="77"/>
              </a:rPr>
              <a:t>What’s</a:t>
            </a:r>
            <a:r>
              <a:rPr sz="1600" spc="-85">
                <a:solidFill>
                  <a:srgbClr val="19223F"/>
                </a:solidFill>
                <a:latin typeface="Gordita" pitchFamily="2" charset="77"/>
                <a:cs typeface="Gordita" pitchFamily="2" charset="77"/>
              </a:rPr>
              <a:t> </a:t>
            </a:r>
            <a:r>
              <a:rPr sz="1600" spc="-25">
                <a:solidFill>
                  <a:srgbClr val="19223F"/>
                </a:solidFill>
                <a:latin typeface="Gordita" pitchFamily="2" charset="77"/>
                <a:cs typeface="Gordita" pitchFamily="2" charset="77"/>
              </a:rPr>
              <a:t>new</a:t>
            </a:r>
            <a:endParaRPr sz="1600">
              <a:solidFill>
                <a:srgbClr val="19223F"/>
              </a:solidFill>
              <a:latin typeface="Gordita" pitchFamily="2" charset="77"/>
              <a:cs typeface="Gordita" pitchFamily="2" charset="77"/>
            </a:endParaRPr>
          </a:p>
        </p:txBody>
      </p:sp>
      <p:sp>
        <p:nvSpPr>
          <p:cNvPr id="22" name="Right Bracket 21">
            <a:extLst>
              <a:ext uri="{FF2B5EF4-FFF2-40B4-BE49-F238E27FC236}">
                <a16:creationId xmlns:a16="http://schemas.microsoft.com/office/drawing/2014/main" id="{E48B38C1-593C-B29B-2C9A-558590BF8F87}"/>
              </a:ext>
            </a:extLst>
          </p:cNvPr>
          <p:cNvSpPr/>
          <p:nvPr/>
        </p:nvSpPr>
        <p:spPr>
          <a:xfrm>
            <a:off x="9500661" y="1602288"/>
            <a:ext cx="920365" cy="376107"/>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Right Bracket 22">
            <a:extLst>
              <a:ext uri="{FF2B5EF4-FFF2-40B4-BE49-F238E27FC236}">
                <a16:creationId xmlns:a16="http://schemas.microsoft.com/office/drawing/2014/main" id="{F49BA72D-5662-2267-D4FB-ADE9FE8685DC}"/>
              </a:ext>
            </a:extLst>
          </p:cNvPr>
          <p:cNvSpPr/>
          <p:nvPr/>
        </p:nvSpPr>
        <p:spPr>
          <a:xfrm>
            <a:off x="9509321" y="2264514"/>
            <a:ext cx="920365" cy="128676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Right Bracket 23">
            <a:extLst>
              <a:ext uri="{FF2B5EF4-FFF2-40B4-BE49-F238E27FC236}">
                <a16:creationId xmlns:a16="http://schemas.microsoft.com/office/drawing/2014/main" id="{6C5D6A81-DE79-16EB-9821-9461F40846E9}"/>
              </a:ext>
            </a:extLst>
          </p:cNvPr>
          <p:cNvSpPr/>
          <p:nvPr/>
        </p:nvSpPr>
        <p:spPr>
          <a:xfrm>
            <a:off x="9554142" y="4037081"/>
            <a:ext cx="920365" cy="1769454"/>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6" name="Group 25">
            <a:extLst>
              <a:ext uri="{FF2B5EF4-FFF2-40B4-BE49-F238E27FC236}">
                <a16:creationId xmlns:a16="http://schemas.microsoft.com/office/drawing/2014/main" id="{6373DB61-EB1D-1F6A-3786-3B5287B5DE3E}"/>
              </a:ext>
            </a:extLst>
          </p:cNvPr>
          <p:cNvGrpSpPr/>
          <p:nvPr/>
        </p:nvGrpSpPr>
        <p:grpSpPr>
          <a:xfrm>
            <a:off x="10555394" y="4494617"/>
            <a:ext cx="1586848" cy="662725"/>
            <a:chOff x="10587561" y="4356488"/>
            <a:chExt cx="1586848" cy="662725"/>
          </a:xfrm>
        </p:grpSpPr>
        <p:sp>
          <p:nvSpPr>
            <p:cNvPr id="12" name="object 10">
              <a:extLst>
                <a:ext uri="{FF2B5EF4-FFF2-40B4-BE49-F238E27FC236}">
                  <a16:creationId xmlns:a16="http://schemas.microsoft.com/office/drawing/2014/main" id="{0DD08627-281F-E0C0-5F71-FE8473DA32D4}"/>
                </a:ext>
              </a:extLst>
            </p:cNvPr>
            <p:cNvSpPr txBox="1"/>
            <p:nvPr/>
          </p:nvSpPr>
          <p:spPr>
            <a:xfrm>
              <a:off x="10587561" y="4356488"/>
              <a:ext cx="1542027" cy="260968"/>
            </a:xfrm>
            <a:prstGeom prst="rect">
              <a:avLst/>
            </a:prstGeom>
          </p:spPr>
          <p:txBody>
            <a:bodyPr vert="horz" wrap="square" lIns="0" tIns="14604" rIns="0" bIns="0" rtlCol="0">
              <a:spAutoFit/>
            </a:bodyPr>
            <a:lstStyle/>
            <a:p>
              <a:pPr marL="12700">
                <a:lnSpc>
                  <a:spcPct val="100000"/>
                </a:lnSpc>
                <a:spcBef>
                  <a:spcPts val="114"/>
                </a:spcBef>
              </a:pPr>
              <a:r>
                <a:rPr sz="1600" spc="-135">
                  <a:solidFill>
                    <a:srgbClr val="19223F"/>
                  </a:solidFill>
                  <a:latin typeface="Gordita" pitchFamily="2" charset="77"/>
                  <a:cs typeface="Gordita" pitchFamily="2" charset="77"/>
                </a:rPr>
                <a:t>Why</a:t>
              </a:r>
              <a:r>
                <a:rPr sz="1600" spc="-160">
                  <a:solidFill>
                    <a:srgbClr val="19223F"/>
                  </a:solidFill>
                  <a:latin typeface="Gordita" pitchFamily="2" charset="77"/>
                  <a:cs typeface="Gordita" pitchFamily="2" charset="77"/>
                </a:rPr>
                <a:t> </a:t>
              </a:r>
              <a:r>
                <a:rPr sz="1600" spc="95">
                  <a:solidFill>
                    <a:srgbClr val="19223F"/>
                  </a:solidFill>
                  <a:latin typeface="Gordita" pitchFamily="2" charset="77"/>
                  <a:cs typeface="Gordita" pitchFamily="2" charset="77"/>
                </a:rPr>
                <a:t>it</a:t>
              </a:r>
              <a:r>
                <a:rPr sz="1600" spc="-155">
                  <a:solidFill>
                    <a:srgbClr val="19223F"/>
                  </a:solidFill>
                  <a:latin typeface="Gordita" pitchFamily="2" charset="77"/>
                  <a:cs typeface="Gordita" pitchFamily="2" charset="77"/>
                </a:rPr>
                <a:t> </a:t>
              </a:r>
              <a:r>
                <a:rPr sz="1600" spc="95">
                  <a:solidFill>
                    <a:srgbClr val="19223F"/>
                  </a:solidFill>
                  <a:latin typeface="Gordita" pitchFamily="2" charset="77"/>
                  <a:cs typeface="Gordita" pitchFamily="2" charset="77"/>
                </a:rPr>
                <a:t>matters</a:t>
              </a:r>
              <a:endParaRPr sz="1600">
                <a:solidFill>
                  <a:srgbClr val="19223F"/>
                </a:solidFill>
                <a:latin typeface="Gordita" pitchFamily="2" charset="77"/>
                <a:cs typeface="Gordita" pitchFamily="2" charset="77"/>
              </a:endParaRPr>
            </a:p>
          </p:txBody>
        </p:sp>
        <p:sp>
          <p:nvSpPr>
            <p:cNvPr id="25" name="object 10">
              <a:extLst>
                <a:ext uri="{FF2B5EF4-FFF2-40B4-BE49-F238E27FC236}">
                  <a16:creationId xmlns:a16="http://schemas.microsoft.com/office/drawing/2014/main" id="{EBDCCCCE-3B3E-A3ED-9B71-2C404C2DC2D8}"/>
                </a:ext>
              </a:extLst>
            </p:cNvPr>
            <p:cNvSpPr txBox="1"/>
            <p:nvPr/>
          </p:nvSpPr>
          <p:spPr>
            <a:xfrm>
              <a:off x="10632382" y="4635135"/>
              <a:ext cx="1542027" cy="384078"/>
            </a:xfrm>
            <a:prstGeom prst="rect">
              <a:avLst/>
            </a:prstGeom>
          </p:spPr>
          <p:txBody>
            <a:bodyPr vert="horz" wrap="square" lIns="0" tIns="14604" rIns="0" bIns="0" rtlCol="0">
              <a:spAutoFit/>
            </a:bodyPr>
            <a:lstStyle/>
            <a:p>
              <a:pPr marL="12700">
                <a:lnSpc>
                  <a:spcPct val="100000"/>
                </a:lnSpc>
                <a:spcBef>
                  <a:spcPts val="114"/>
                </a:spcBef>
              </a:pPr>
              <a:r>
                <a:rPr lang="en-US" sz="1200" i="1">
                  <a:solidFill>
                    <a:srgbClr val="19223F"/>
                  </a:solidFill>
                  <a:latin typeface="Gordita" pitchFamily="2" charset="77"/>
                  <a:cs typeface="Gordita" pitchFamily="2" charset="77"/>
                </a:rPr>
                <a:t>*bullets to breakup content</a:t>
              </a:r>
              <a:endParaRPr sz="1200" i="1">
                <a:solidFill>
                  <a:srgbClr val="19223F"/>
                </a:solidFill>
                <a:latin typeface="Gordita" pitchFamily="2" charset="77"/>
                <a:cs typeface="Gordita" pitchFamily="2" charset="77"/>
              </a:endParaRPr>
            </a:p>
          </p:txBody>
        </p:sp>
      </p:grpSp>
    </p:spTree>
    <p:extLst>
      <p:ext uri="{BB962C8B-B14F-4D97-AF65-F5344CB8AC3E}">
        <p14:creationId xmlns:p14="http://schemas.microsoft.com/office/powerpoint/2010/main" val="4184385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916333-573C-9801-18FD-F2BFEC0F51C8}"/>
              </a:ext>
            </a:extLst>
          </p:cNvPr>
          <p:cNvSpPr/>
          <p:nvPr/>
        </p:nvSpPr>
        <p:spPr>
          <a:xfrm>
            <a:off x="5964524" y="914400"/>
            <a:ext cx="6227476" cy="5943600"/>
          </a:xfrm>
          <a:prstGeom prst="rect">
            <a:avLst/>
          </a:prstGeom>
          <a:solidFill>
            <a:srgbClr val="DCF1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6D6EE"/>
              </a:solidFill>
            </a:endParaRPr>
          </a:p>
        </p:txBody>
      </p:sp>
      <p:sp>
        <p:nvSpPr>
          <p:cNvPr id="8" name="Title 13">
            <a:extLst>
              <a:ext uri="{FF2B5EF4-FFF2-40B4-BE49-F238E27FC236}">
                <a16:creationId xmlns:a16="http://schemas.microsoft.com/office/drawing/2014/main" id="{B6E9836B-586C-5340-BDC5-7B34D2D0091C}"/>
              </a:ext>
            </a:extLst>
          </p:cNvPr>
          <p:cNvSpPr txBox="1">
            <a:spLocks/>
          </p:cNvSpPr>
          <p:nvPr/>
        </p:nvSpPr>
        <p:spPr>
          <a:xfrm>
            <a:off x="149385" y="315266"/>
            <a:ext cx="11630279" cy="4142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b="1">
                <a:latin typeface="Gordita" pitchFamily="2" charset="77"/>
                <a:ea typeface="Roboto" panose="02000000000000000000" pitchFamily="2" charset="0"/>
                <a:cs typeface="Gordita" pitchFamily="2" charset="77"/>
              </a:rPr>
              <a:t>Do’s and Don’ts</a:t>
            </a:r>
            <a:endParaRPr lang="en-US" sz="3200" b="1">
              <a:highlight>
                <a:srgbClr val="FF0000"/>
              </a:highlight>
              <a:latin typeface="Gordita" pitchFamily="2" charset="77"/>
              <a:ea typeface="Roboto" panose="02000000000000000000" pitchFamily="2" charset="0"/>
              <a:cs typeface="Gordita" pitchFamily="2" charset="77"/>
            </a:endParaRPr>
          </a:p>
        </p:txBody>
      </p:sp>
      <p:sp>
        <p:nvSpPr>
          <p:cNvPr id="3" name="Subtitle 2">
            <a:extLst>
              <a:ext uri="{FF2B5EF4-FFF2-40B4-BE49-F238E27FC236}">
                <a16:creationId xmlns:a16="http://schemas.microsoft.com/office/drawing/2014/main" id="{D181F6DD-1334-9D3C-4B84-23A693CFFEE0}"/>
              </a:ext>
            </a:extLst>
          </p:cNvPr>
          <p:cNvSpPr txBox="1">
            <a:spLocks/>
          </p:cNvSpPr>
          <p:nvPr/>
        </p:nvSpPr>
        <p:spPr>
          <a:xfrm>
            <a:off x="6520407" y="1588042"/>
            <a:ext cx="5430588" cy="3681916"/>
          </a:xfrm>
          <a:prstGeom prst="rect">
            <a:avLst/>
          </a:prstGeom>
          <a:ln>
            <a:noFill/>
          </a:ln>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olidFill>
                  <a:srgbClr val="19223F"/>
                </a:solidFill>
                <a:latin typeface="Gordita" pitchFamily="2" charset="77"/>
                <a:cs typeface="Gordita" pitchFamily="2" charset="77"/>
              </a:rPr>
              <a:t>Don’t:</a:t>
            </a:r>
          </a:p>
          <a:p>
            <a:pPr marL="285750" indent="-285750" algn="l" rtl="0" fontAlgn="base">
              <a:buFont typeface="Arial"/>
              <a:buChar char="•"/>
            </a:pPr>
            <a:r>
              <a:rPr lang="en-US" sz="1800">
                <a:solidFill>
                  <a:schemeClr val="bg1">
                    <a:lumMod val="50000"/>
                  </a:schemeClr>
                </a:solidFill>
                <a:latin typeface="Gordita" pitchFamily="2" charset="77"/>
                <a:ea typeface="Roboto"/>
                <a:cs typeface="Gordita" pitchFamily="2" charset="77"/>
              </a:rPr>
              <a:t>Use acronyms, and if you use them, always spell out the word the first time you write it</a:t>
            </a:r>
          </a:p>
          <a:p>
            <a:pPr marL="628650" lvl="1" indent="-171450" algn="l" fontAlgn="base">
              <a:buFont typeface="Courier New" panose="02070309020205020404" pitchFamily="49" charset="0"/>
              <a:buChar char="o"/>
            </a:pPr>
            <a:r>
              <a:rPr lang="en-US" sz="1300" b="0" i="0">
                <a:solidFill>
                  <a:schemeClr val="bg1">
                    <a:lumMod val="50000"/>
                  </a:schemeClr>
                </a:solidFill>
                <a:effectLst/>
                <a:latin typeface="Gordita" pitchFamily="2" charset="77"/>
                <a:ea typeface="Roboto"/>
                <a:cs typeface="Gordita" pitchFamily="2" charset="77"/>
              </a:rPr>
              <a:t>Example: Human Resources Business Partner (HRBP)</a:t>
            </a:r>
          </a:p>
          <a:p>
            <a:pPr marL="285750" indent="-285750" algn="l" rtl="0" fontAlgn="base">
              <a:buFont typeface="Arial"/>
              <a:buChar char="•"/>
            </a:pPr>
            <a:r>
              <a:rPr lang="en-US" sz="1800" b="0" i="0">
                <a:solidFill>
                  <a:schemeClr val="bg1">
                    <a:lumMod val="50000"/>
                  </a:schemeClr>
                </a:solidFill>
                <a:effectLst/>
                <a:latin typeface="Gordita" pitchFamily="2" charset="77"/>
                <a:ea typeface="Roboto"/>
                <a:cs typeface="Gordita" pitchFamily="2" charset="77"/>
              </a:rPr>
              <a:t>Avoid </a:t>
            </a:r>
            <a:r>
              <a:rPr lang="en-US" sz="1800">
                <a:solidFill>
                  <a:schemeClr val="bg1">
                    <a:lumMod val="50000"/>
                  </a:schemeClr>
                </a:solidFill>
                <a:latin typeface="Gordita" pitchFamily="2" charset="77"/>
                <a:ea typeface="Roboto"/>
                <a:cs typeface="Gordita" pitchFamily="2" charset="77"/>
              </a:rPr>
              <a:t>jargon and pet puns </a:t>
            </a:r>
          </a:p>
          <a:p>
            <a:pPr marL="285750" indent="-285750" algn="l" rtl="0" fontAlgn="base">
              <a:buFont typeface="Arial"/>
              <a:buChar char="•"/>
            </a:pPr>
            <a:r>
              <a:rPr lang="en-US" sz="1800" b="0" i="0">
                <a:solidFill>
                  <a:schemeClr val="bg1">
                    <a:lumMod val="50000"/>
                  </a:schemeClr>
                </a:solidFill>
                <a:effectLst/>
                <a:latin typeface="Gordita" pitchFamily="2" charset="77"/>
                <a:ea typeface="Roboto"/>
                <a:cs typeface="Gordita" pitchFamily="2" charset="77"/>
              </a:rPr>
              <a:t>Write tactically</a:t>
            </a:r>
            <a:endParaRPr lang="en-US" sz="1200" b="0" i="0">
              <a:solidFill>
                <a:schemeClr val="bg1">
                  <a:lumMod val="50000"/>
                </a:schemeClr>
              </a:solidFill>
              <a:effectLst/>
              <a:latin typeface="Gordita" pitchFamily="2" charset="77"/>
              <a:ea typeface="Roboto"/>
              <a:cs typeface="Gordita" pitchFamily="2" charset="77"/>
            </a:endParaRPr>
          </a:p>
          <a:p>
            <a:pPr marL="285750" indent="-285750" algn="l" rtl="0" fontAlgn="base">
              <a:buFont typeface="Arial"/>
              <a:buChar char="•"/>
            </a:pPr>
            <a:r>
              <a:rPr lang="en-US" sz="1800" b="0" i="0">
                <a:solidFill>
                  <a:schemeClr val="bg1">
                    <a:lumMod val="50000"/>
                  </a:schemeClr>
                </a:solidFill>
                <a:effectLst/>
                <a:latin typeface="Gordita" pitchFamily="2" charset="77"/>
                <a:ea typeface="Roboto"/>
                <a:cs typeface="Gordita" pitchFamily="2" charset="77"/>
              </a:rPr>
              <a:t>Write dense and long paragraphs </a:t>
            </a:r>
          </a:p>
          <a:p>
            <a:pPr marL="285750" indent="-285750" algn="l" rtl="0" fontAlgn="base">
              <a:buFont typeface="Arial"/>
              <a:buChar char="•"/>
            </a:pPr>
            <a:r>
              <a:rPr lang="en-US" sz="1800">
                <a:solidFill>
                  <a:schemeClr val="bg1">
                    <a:lumMod val="50000"/>
                  </a:schemeClr>
                </a:solidFill>
                <a:latin typeface="Gordita" pitchFamily="2" charset="77"/>
                <a:ea typeface="Roboto"/>
                <a:cs typeface="Gordita" pitchFamily="2" charset="77"/>
              </a:rPr>
              <a:t>Include unrelated information – it’s better to exclude than waster reader's time</a:t>
            </a:r>
            <a:endParaRPr lang="en-US" sz="1200" b="0" i="0">
              <a:solidFill>
                <a:schemeClr val="bg1">
                  <a:lumMod val="50000"/>
                </a:schemeClr>
              </a:solidFill>
              <a:effectLst/>
              <a:latin typeface="Gordita" pitchFamily="2" charset="77"/>
              <a:cs typeface="Gordita" pitchFamily="2" charset="77"/>
            </a:endParaRPr>
          </a:p>
          <a:p>
            <a:pPr marL="342900" indent="-342900" algn="l">
              <a:buFont typeface="+mj-lt"/>
              <a:buAutoNum type="arabicPeriod"/>
            </a:pPr>
            <a:endParaRPr lang="en-US" sz="1600">
              <a:solidFill>
                <a:schemeClr val="bg1"/>
              </a:solidFill>
              <a:latin typeface="Gordita" pitchFamily="2" charset="77"/>
              <a:ea typeface="Roboto" panose="02000000000000000000" pitchFamily="2" charset="0"/>
              <a:cs typeface="Gordita" pitchFamily="2" charset="77"/>
            </a:endParaRPr>
          </a:p>
        </p:txBody>
      </p:sp>
      <p:sp>
        <p:nvSpPr>
          <p:cNvPr id="5" name="Subtitle 2">
            <a:extLst>
              <a:ext uri="{FF2B5EF4-FFF2-40B4-BE49-F238E27FC236}">
                <a16:creationId xmlns:a16="http://schemas.microsoft.com/office/drawing/2014/main" id="{81D1864B-ED02-12BF-E51C-B2A0F16A173F}"/>
              </a:ext>
            </a:extLst>
          </p:cNvPr>
          <p:cNvSpPr txBox="1">
            <a:spLocks/>
          </p:cNvSpPr>
          <p:nvPr/>
        </p:nvSpPr>
        <p:spPr>
          <a:xfrm>
            <a:off x="757177" y="1588041"/>
            <a:ext cx="4914418" cy="4726261"/>
          </a:xfrm>
          <a:prstGeom prst="rect">
            <a:avLst/>
          </a:prstGeom>
          <a:ln>
            <a:noFill/>
          </a:ln>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olidFill>
                  <a:srgbClr val="19223F"/>
                </a:solidFill>
                <a:latin typeface="Gordita" pitchFamily="2" charset="77"/>
                <a:cs typeface="Gordita" pitchFamily="2" charset="77"/>
              </a:rPr>
              <a:t>Do:</a:t>
            </a:r>
          </a:p>
          <a:p>
            <a:pPr marL="285750" indent="-285750" algn="l" rtl="0" fontAlgn="base">
              <a:buChar char="•"/>
            </a:pPr>
            <a:r>
              <a:rPr lang="en-US" sz="1800" b="0" i="0">
                <a:solidFill>
                  <a:schemeClr val="bg1">
                    <a:lumMod val="50000"/>
                  </a:schemeClr>
                </a:solidFill>
                <a:effectLst/>
                <a:latin typeface="Gordita" pitchFamily="2" charset="77"/>
                <a:cs typeface="Gordita" pitchFamily="2" charset="77"/>
              </a:rPr>
              <a:t>Spell out acronyms</a:t>
            </a:r>
          </a:p>
          <a:p>
            <a:pPr marL="285750" indent="-285750" algn="l" rtl="0" fontAlgn="base">
              <a:buChar char="•"/>
            </a:pPr>
            <a:r>
              <a:rPr lang="en-US" sz="1800" b="0" i="0">
                <a:solidFill>
                  <a:schemeClr val="bg1">
                    <a:lumMod val="50000"/>
                  </a:schemeClr>
                </a:solidFill>
                <a:effectLst/>
                <a:latin typeface="Gordita" pitchFamily="2" charset="77"/>
                <a:ea typeface="Roboto" panose="02000000000000000000" pitchFamily="2" charset="0"/>
                <a:cs typeface="Gordita" pitchFamily="2" charset="77"/>
              </a:rPr>
              <a:t>Use oxford comma</a:t>
            </a:r>
          </a:p>
          <a:p>
            <a:pPr marL="285750" indent="-285750" algn="l" rtl="0" fontAlgn="base">
              <a:buChar char="•"/>
            </a:pPr>
            <a:r>
              <a:rPr lang="en-US" sz="1800" b="0" i="0">
                <a:solidFill>
                  <a:schemeClr val="bg1">
                    <a:lumMod val="50000"/>
                  </a:schemeClr>
                </a:solidFill>
                <a:effectLst/>
                <a:latin typeface="Gordita" pitchFamily="2" charset="77"/>
                <a:ea typeface="Roboto" panose="02000000000000000000" pitchFamily="2" charset="0"/>
                <a:cs typeface="Gordita" pitchFamily="2" charset="77"/>
              </a:rPr>
              <a:t>Use sentence case for titles</a:t>
            </a:r>
          </a:p>
          <a:p>
            <a:pPr marL="285750" indent="-285750" algn="l" rtl="0" fontAlgn="base">
              <a:buChar char="•"/>
            </a:pPr>
            <a:r>
              <a:rPr lang="en-US" sz="1800" b="0" i="0">
                <a:solidFill>
                  <a:schemeClr val="bg1">
                    <a:lumMod val="50000"/>
                  </a:schemeClr>
                </a:solidFill>
                <a:effectLst/>
                <a:latin typeface="Gordita" pitchFamily="2" charset="77"/>
                <a:cs typeface="Gordita" pitchFamily="2" charset="77"/>
              </a:rPr>
              <a:t>Select the details most relevant and interesting to that audience</a:t>
            </a:r>
          </a:p>
          <a:p>
            <a:pPr marL="285750" indent="-285750" algn="l" rtl="0" fontAlgn="base">
              <a:buChar char="•"/>
            </a:pPr>
            <a:r>
              <a:rPr lang="en-US" sz="1800">
                <a:solidFill>
                  <a:schemeClr val="bg1">
                    <a:lumMod val="50000"/>
                  </a:schemeClr>
                </a:solidFill>
                <a:latin typeface="Gordita" pitchFamily="2" charset="77"/>
                <a:ea typeface="Roboto" panose="02000000000000000000" pitchFamily="2" charset="0"/>
                <a:cs typeface="Gordita" pitchFamily="2" charset="77"/>
              </a:rPr>
              <a:t>Share new information that provides essential context</a:t>
            </a:r>
          </a:p>
          <a:p>
            <a:pPr marL="285750" indent="-285750" algn="l" rtl="0" fontAlgn="base">
              <a:buChar char="•"/>
            </a:pPr>
            <a:r>
              <a:rPr lang="en-US" sz="1800" b="0" i="0">
                <a:solidFill>
                  <a:schemeClr val="bg1">
                    <a:lumMod val="50000"/>
                  </a:schemeClr>
                </a:solidFill>
                <a:effectLst/>
                <a:latin typeface="Gordita" pitchFamily="2" charset="77"/>
                <a:ea typeface="Roboto" panose="02000000000000000000" pitchFamily="2" charset="0"/>
                <a:cs typeface="Gordita" pitchFamily="2" charset="77"/>
              </a:rPr>
              <a:t>Be concise</a:t>
            </a:r>
          </a:p>
          <a:p>
            <a:pPr marL="285750" indent="-285750" algn="l" rtl="0" fontAlgn="base">
              <a:buChar char="•"/>
            </a:pPr>
            <a:r>
              <a:rPr lang="en-US" sz="1800" b="0" i="0">
                <a:solidFill>
                  <a:schemeClr val="bg1">
                    <a:lumMod val="50000"/>
                  </a:schemeClr>
                </a:solidFill>
                <a:effectLst/>
                <a:latin typeface="Gordita" pitchFamily="2" charset="77"/>
                <a:ea typeface="Roboto" panose="02000000000000000000" pitchFamily="2" charset="0"/>
                <a:cs typeface="Gordita" pitchFamily="2" charset="77"/>
              </a:rPr>
              <a:t>Use bullets, bolding and italicizing</a:t>
            </a:r>
            <a:r>
              <a:rPr lang="en-US" sz="1800">
                <a:solidFill>
                  <a:schemeClr val="bg1">
                    <a:lumMod val="50000"/>
                  </a:schemeClr>
                </a:solidFill>
                <a:latin typeface="Gordita" pitchFamily="2" charset="77"/>
                <a:ea typeface="Roboto" panose="02000000000000000000" pitchFamily="2" charset="0"/>
                <a:cs typeface="Gordita" pitchFamily="2" charset="77"/>
              </a:rPr>
              <a:t> to style </a:t>
            </a:r>
            <a:endParaRPr lang="en-US" sz="1800" b="0" i="0">
              <a:solidFill>
                <a:schemeClr val="bg1">
                  <a:lumMod val="50000"/>
                </a:schemeClr>
              </a:solidFill>
              <a:effectLst/>
              <a:latin typeface="Gordita" pitchFamily="2" charset="77"/>
              <a:ea typeface="Roboto" panose="02000000000000000000" pitchFamily="2" charset="0"/>
              <a:cs typeface="Gordita" pitchFamily="2" charset="77"/>
            </a:endParaRPr>
          </a:p>
          <a:p>
            <a:pPr marL="285750" indent="-285750" algn="l" rtl="0" fontAlgn="base">
              <a:buChar char="•"/>
            </a:pPr>
            <a:r>
              <a:rPr lang="en-US" sz="1800">
                <a:solidFill>
                  <a:schemeClr val="bg1">
                    <a:lumMod val="50000"/>
                  </a:schemeClr>
                </a:solidFill>
                <a:latin typeface="Gordita" pitchFamily="2" charset="77"/>
                <a:ea typeface="Roboto" panose="02000000000000000000" pitchFamily="2" charset="0"/>
                <a:cs typeface="Gordita" pitchFamily="2" charset="77"/>
              </a:rPr>
              <a:t>Write like a human</a:t>
            </a:r>
          </a:p>
          <a:p>
            <a:pPr marL="742950" lvl="1" indent="-285750" algn="l" fontAlgn="base">
              <a:buChar char="•"/>
            </a:pPr>
            <a:r>
              <a:rPr lang="en-US" sz="1400" b="0" i="0">
                <a:solidFill>
                  <a:schemeClr val="bg1">
                    <a:lumMod val="50000"/>
                  </a:schemeClr>
                </a:solidFill>
                <a:effectLst/>
                <a:latin typeface="Gordita" pitchFamily="2" charset="77"/>
                <a:ea typeface="Roboto" panose="02000000000000000000" pitchFamily="2" charset="0"/>
                <a:cs typeface="Gordita" pitchFamily="2" charset="77"/>
              </a:rPr>
              <a:t>Conversational, use short, simple words with energy and impact</a:t>
            </a:r>
          </a:p>
          <a:p>
            <a:pPr marL="742950" lvl="1" indent="-285750" algn="l" fontAlgn="base">
              <a:buChar char="•"/>
            </a:pPr>
            <a:r>
              <a:rPr lang="en-US" sz="1400">
                <a:solidFill>
                  <a:schemeClr val="bg1">
                    <a:lumMod val="50000"/>
                  </a:schemeClr>
                </a:solidFill>
                <a:latin typeface="Gordita" pitchFamily="2" charset="77"/>
                <a:ea typeface="Roboto" panose="02000000000000000000" pitchFamily="2" charset="0"/>
                <a:cs typeface="Gordita" pitchFamily="2" charset="77"/>
              </a:rPr>
              <a:t>Authentically and relatable</a:t>
            </a:r>
            <a:endParaRPr lang="en-US" sz="1400" b="0" i="0">
              <a:solidFill>
                <a:schemeClr val="bg1">
                  <a:lumMod val="50000"/>
                </a:schemeClr>
              </a:solidFill>
              <a:effectLst/>
              <a:latin typeface="Gordita" pitchFamily="2" charset="77"/>
              <a:ea typeface="Roboto" panose="02000000000000000000" pitchFamily="2" charset="0"/>
              <a:cs typeface="Gordita" pitchFamily="2" charset="77"/>
            </a:endParaRPr>
          </a:p>
        </p:txBody>
      </p:sp>
    </p:spTree>
    <p:extLst>
      <p:ext uri="{BB962C8B-B14F-4D97-AF65-F5344CB8AC3E}">
        <p14:creationId xmlns:p14="http://schemas.microsoft.com/office/powerpoint/2010/main" val="129817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A58BAE-A39B-A848-8029-408E4A4A0EEC}"/>
              </a:ext>
            </a:extLst>
          </p:cNvPr>
          <p:cNvSpPr>
            <a:spLocks noGrp="1"/>
          </p:cNvSpPr>
          <p:nvPr>
            <p:ph type="title"/>
          </p:nvPr>
        </p:nvSpPr>
        <p:spPr/>
        <p:txBody>
          <a:bodyPr/>
          <a:lstStyle/>
          <a:p>
            <a:r>
              <a:rPr lang="en-US" b="1">
                <a:latin typeface="Gordita" pitchFamily="2" charset="77"/>
                <a:cs typeface="Gordita" pitchFamily="2" charset="77"/>
              </a:rPr>
              <a:t>Tools and Resources</a:t>
            </a:r>
          </a:p>
        </p:txBody>
      </p:sp>
      <p:sp>
        <p:nvSpPr>
          <p:cNvPr id="4" name="Text Placeholder 1">
            <a:extLst>
              <a:ext uri="{FF2B5EF4-FFF2-40B4-BE49-F238E27FC236}">
                <a16:creationId xmlns:a16="http://schemas.microsoft.com/office/drawing/2014/main" id="{6AC187DF-6A7C-4B44-BAF1-1DB09B09E7F0}"/>
              </a:ext>
            </a:extLst>
          </p:cNvPr>
          <p:cNvSpPr txBox="1">
            <a:spLocks/>
          </p:cNvSpPr>
          <p:nvPr/>
        </p:nvSpPr>
        <p:spPr>
          <a:xfrm>
            <a:off x="219474" y="950553"/>
            <a:ext cx="11630279" cy="4083784"/>
          </a:xfrm>
          <a:prstGeom prst="rect">
            <a:avLst/>
          </a:prstGeom>
        </p:spPr>
        <p:txBody>
          <a:bodyPr/>
          <a:lstStyle>
            <a:lvl1pPr marL="0" indent="0" algn="l" defTabSz="914400" rtl="0" eaLnBrk="1" latinLnBrk="0" hangingPunct="1">
              <a:lnSpc>
                <a:spcPct val="150000"/>
              </a:lnSpc>
              <a:spcBef>
                <a:spcPts val="1000"/>
              </a:spcBef>
              <a:buFont typeface="Arial" panose="020B0604020202020204" pitchFamily="34" charset="0"/>
              <a:buNone/>
              <a:defRPr sz="1800" kern="1200">
                <a:solidFill>
                  <a:schemeClr val="accent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800" kern="1200">
                <a:solidFill>
                  <a:schemeClr val="accent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800" kern="1200">
                <a:solidFill>
                  <a:schemeClr val="accent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kern="1200">
                <a:solidFill>
                  <a:schemeClr val="accent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endParaRPr lang="en-US"/>
          </a:p>
        </p:txBody>
      </p:sp>
      <p:sp>
        <p:nvSpPr>
          <p:cNvPr id="7" name="Text Placeholder 1">
            <a:extLst>
              <a:ext uri="{FF2B5EF4-FFF2-40B4-BE49-F238E27FC236}">
                <a16:creationId xmlns:a16="http://schemas.microsoft.com/office/drawing/2014/main" id="{E6F2A6F8-EFC3-5B48-B4B6-F34290A92331}"/>
              </a:ext>
            </a:extLst>
          </p:cNvPr>
          <p:cNvSpPr>
            <a:spLocks noGrp="1"/>
          </p:cNvSpPr>
          <p:nvPr>
            <p:ph type="body" sz="quarter" idx="10"/>
          </p:nvPr>
        </p:nvSpPr>
        <p:spPr>
          <a:xfrm>
            <a:off x="584712" y="950553"/>
            <a:ext cx="10320858" cy="4083784"/>
          </a:xfrm>
        </p:spPr>
        <p:txBody>
          <a:bodyPr/>
          <a:lstStyle/>
          <a:p>
            <a:pPr fontAlgn="base"/>
            <a:r>
              <a:rPr lang="en-US">
                <a:latin typeface="Gordita" pitchFamily="2" charset="77"/>
                <a:cs typeface="Gordita" pitchFamily="2" charset="77"/>
                <a:hlinkClick r:id="rId3"/>
              </a:rPr>
              <a:t>Here</a:t>
            </a:r>
            <a:r>
              <a:rPr lang="en-US">
                <a:latin typeface="Gordita" pitchFamily="2" charset="77"/>
                <a:cs typeface="Gordita" pitchFamily="2" charset="77"/>
              </a:rPr>
              <a:t> is the Brand Editorial Guide</a:t>
            </a:r>
          </a:p>
          <a:p>
            <a:pPr fontAlgn="base"/>
            <a:r>
              <a:rPr lang="en-US">
                <a:latin typeface="Gordita" pitchFamily="2" charset="77"/>
                <a:cs typeface="Gordita" pitchFamily="2" charset="77"/>
                <a:hlinkClick r:id="rId4"/>
              </a:rPr>
              <a:t>Here</a:t>
            </a:r>
            <a:r>
              <a:rPr lang="en-US">
                <a:latin typeface="Gordita" pitchFamily="2" charset="77"/>
                <a:cs typeface="Gordita" pitchFamily="2" charset="77"/>
              </a:rPr>
              <a:t> is the writing checklist.</a:t>
            </a:r>
          </a:p>
          <a:p>
            <a:pPr fontAlgn="base"/>
            <a:endParaRPr lang="en-US">
              <a:latin typeface="Gordita" pitchFamily="2" charset="77"/>
              <a:cs typeface="Gordita" pitchFamily="2" charset="77"/>
            </a:endParaRPr>
          </a:p>
        </p:txBody>
      </p:sp>
      <p:pic>
        <p:nvPicPr>
          <p:cNvPr id="12" name="Graphic 11">
            <a:extLst>
              <a:ext uri="{FF2B5EF4-FFF2-40B4-BE49-F238E27FC236}">
                <a16:creationId xmlns:a16="http://schemas.microsoft.com/office/drawing/2014/main" id="{E22DB4AC-483C-EC46-A6E4-4C0B7A7A02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9474" y="1034202"/>
            <a:ext cx="365238" cy="365238"/>
          </a:xfrm>
          <a:prstGeom prst="rect">
            <a:avLst/>
          </a:prstGeom>
        </p:spPr>
      </p:pic>
      <p:pic>
        <p:nvPicPr>
          <p:cNvPr id="13" name="Graphic 12">
            <a:extLst>
              <a:ext uri="{FF2B5EF4-FFF2-40B4-BE49-F238E27FC236}">
                <a16:creationId xmlns:a16="http://schemas.microsoft.com/office/drawing/2014/main" id="{BF0FAAB9-C3F3-2F44-BB86-0BABF6940D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3487" y="1583116"/>
            <a:ext cx="365238" cy="365238"/>
          </a:xfrm>
          <a:prstGeom prst="rect">
            <a:avLst/>
          </a:prstGeom>
        </p:spPr>
      </p:pic>
      <p:pic>
        <p:nvPicPr>
          <p:cNvPr id="19" name="Graphic 18">
            <a:extLst>
              <a:ext uri="{FF2B5EF4-FFF2-40B4-BE49-F238E27FC236}">
                <a16:creationId xmlns:a16="http://schemas.microsoft.com/office/drawing/2014/main" id="{CE268470-9DC2-914B-B42C-115192FAAF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0" y="5400632"/>
            <a:ext cx="1283395" cy="962546"/>
          </a:xfrm>
          <a:prstGeom prst="rect">
            <a:avLst/>
          </a:prstGeom>
        </p:spPr>
      </p:pic>
      <p:sp>
        <p:nvSpPr>
          <p:cNvPr id="2" name="TextBox 1">
            <a:extLst>
              <a:ext uri="{FF2B5EF4-FFF2-40B4-BE49-F238E27FC236}">
                <a16:creationId xmlns:a16="http://schemas.microsoft.com/office/drawing/2014/main" id="{AA6663A8-1D7D-BF4F-9C53-4C1AEE6B349B}"/>
              </a:ext>
            </a:extLst>
          </p:cNvPr>
          <p:cNvSpPr txBox="1"/>
          <p:nvPr/>
        </p:nvSpPr>
        <p:spPr>
          <a:xfrm>
            <a:off x="1050877" y="5589517"/>
            <a:ext cx="10995318" cy="584775"/>
          </a:xfrm>
          <a:prstGeom prst="rect">
            <a:avLst/>
          </a:prstGeom>
          <a:noFill/>
        </p:spPr>
        <p:txBody>
          <a:bodyPr wrap="none" rtlCol="0">
            <a:spAutoFit/>
          </a:bodyPr>
          <a:lstStyle/>
          <a:p>
            <a:r>
              <a:rPr lang="en-US" sz="3200" b="1">
                <a:latin typeface="Gordita" pitchFamily="2" charset="77"/>
                <a:cs typeface="Gordita" pitchFamily="2" charset="77"/>
              </a:rPr>
              <a:t>Make sure to bookmark these links for easy access!</a:t>
            </a:r>
          </a:p>
        </p:txBody>
      </p:sp>
    </p:spTree>
    <p:extLst>
      <p:ext uri="{BB962C8B-B14F-4D97-AF65-F5344CB8AC3E}">
        <p14:creationId xmlns:p14="http://schemas.microsoft.com/office/powerpoint/2010/main" val="491342241"/>
      </p:ext>
    </p:extLst>
  </p:cSld>
  <p:clrMapOvr>
    <a:masterClrMapping/>
  </p:clrMapOvr>
</p:sld>
</file>

<file path=ppt/theme/theme1.xml><?xml version="1.0" encoding="utf-8"?>
<a:theme xmlns:a="http://schemas.openxmlformats.org/drawingml/2006/main" name="Light">
  <a:themeElements>
    <a:clrScheme name="Chewy Color Palette 1">
      <a:dk1>
        <a:srgbClr val="1148C2"/>
      </a:dk1>
      <a:lt1>
        <a:srgbClr val="FFFFFF"/>
      </a:lt1>
      <a:dk2>
        <a:srgbClr val="1148C2"/>
      </a:dk2>
      <a:lt2>
        <a:srgbClr val="BBD9F2"/>
      </a:lt2>
      <a:accent1>
        <a:srgbClr val="082957"/>
      </a:accent1>
      <a:accent2>
        <a:srgbClr val="7F7F7F"/>
      </a:accent2>
      <a:accent3>
        <a:srgbClr val="214184"/>
      </a:accent3>
      <a:accent4>
        <a:srgbClr val="9ED7FF"/>
      </a:accent4>
      <a:accent5>
        <a:srgbClr val="DEECF9"/>
      </a:accent5>
      <a:accent6>
        <a:srgbClr val="585858"/>
      </a:accent6>
      <a:hlink>
        <a:srgbClr val="1F48C1"/>
      </a:hlink>
      <a:folHlink>
        <a:srgbClr val="B73CB0"/>
      </a:folHlink>
    </a:clrScheme>
    <a:fontScheme name="SST">
      <a:majorFont>
        <a:latin typeface="Roboto Bold"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boto Regular"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ark">
  <a:themeElements>
    <a:clrScheme name="Chewy Color Palette 1">
      <a:dk1>
        <a:srgbClr val="1148C2"/>
      </a:dk1>
      <a:lt1>
        <a:srgbClr val="FFFFFF"/>
      </a:lt1>
      <a:dk2>
        <a:srgbClr val="1148C2"/>
      </a:dk2>
      <a:lt2>
        <a:srgbClr val="BBD9F2"/>
      </a:lt2>
      <a:accent1>
        <a:srgbClr val="082957"/>
      </a:accent1>
      <a:accent2>
        <a:srgbClr val="7F7F7F"/>
      </a:accent2>
      <a:accent3>
        <a:srgbClr val="214184"/>
      </a:accent3>
      <a:accent4>
        <a:srgbClr val="9ED7FF"/>
      </a:accent4>
      <a:accent5>
        <a:srgbClr val="DEECF9"/>
      </a:accent5>
      <a:accent6>
        <a:srgbClr val="585858"/>
      </a:accent6>
      <a:hlink>
        <a:srgbClr val="1F48C1"/>
      </a:hlink>
      <a:folHlink>
        <a:srgbClr val="B73CB0"/>
      </a:folHlink>
    </a:clrScheme>
    <a:fontScheme name="SST">
      <a:majorFont>
        <a:latin typeface="Roboto Bold"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boto Regular"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1242</Words>
  <Application>Microsoft Office PowerPoint</Application>
  <PresentationFormat>Widescreen</PresentationFormat>
  <Paragraphs>110</Paragraphs>
  <Slides>6</Slides>
  <Notes>5</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6</vt:i4>
      </vt:variant>
    </vt:vector>
  </HeadingPairs>
  <TitlesOfParts>
    <vt:vector size="18" baseType="lpstr">
      <vt:lpstr>Arial</vt:lpstr>
      <vt:lpstr>Calibri</vt:lpstr>
      <vt:lpstr>Century Gothic</vt:lpstr>
      <vt:lpstr>Courier New</vt:lpstr>
      <vt:lpstr>Gordita</vt:lpstr>
      <vt:lpstr>Gordita Medium</vt:lpstr>
      <vt:lpstr>Roboto</vt:lpstr>
      <vt:lpstr>Roboto Black</vt:lpstr>
      <vt:lpstr>Roboto Medium</vt:lpstr>
      <vt:lpstr>Roboto Regular</vt:lpstr>
      <vt:lpstr>Light</vt:lpstr>
      <vt:lpstr>Dark</vt:lpstr>
      <vt:lpstr>PowerPoint Presentation</vt:lpstr>
      <vt:lpstr>Maximizing Readership</vt:lpstr>
      <vt:lpstr>Structuring Content</vt:lpstr>
      <vt:lpstr>PowerPoint Presentation</vt:lpstr>
      <vt:lpstr>PowerPoint Presentation</vt:lpstr>
      <vt:lpstr>Tools and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Priscila Rego</dc:creator>
  <cp:lastModifiedBy>Nichole Adamson</cp:lastModifiedBy>
  <cp:revision>2</cp:revision>
  <dcterms:created xsi:type="dcterms:W3CDTF">2023-03-03T14:36:57Z</dcterms:created>
  <dcterms:modified xsi:type="dcterms:W3CDTF">2025-11-04T21:49:31Z</dcterms:modified>
</cp:coreProperties>
</file>